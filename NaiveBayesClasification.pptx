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dev"/>
          <inkml:channel name="Y" type="integer" min="-2.14748E9" max="2.14748E9" units="dev"/>
          <inkml:channel name="F" type="integer" max="32767" units="dev"/>
        </inkml:traceFormat>
        <inkml:channelProperties>
          <inkml:channelProperty channel="X" name="resolution" value="1000" units="1/dev"/>
          <inkml:channelProperty channel="Y" name="resolution" value="1000" units="1/dev"/>
          <inkml:channelProperty channel="F" name="resolution" value="0" units="1/dev"/>
        </inkml:channelProperties>
      </inkml:inkSource>
      <inkml:timestamp xml:id="ts0" timeString="2025-08-08T07:33:59.602"/>
    </inkml:context>
    <inkml:brush xml:id="br0">
      <inkml:brushProperty name="width" value="0.05" units="cm"/>
      <inkml:brushProperty name="height" value="0.05" units="cm"/>
    </inkml:brush>
    <inkml:context xml:id="ctx1">
      <inkml:inkSource xml:id="inkSrc6">
        <inkml:traceFormat>
          <inkml:channel name="X" type="integer" min="-2.14748E9" max="2.14748E9" units="dev"/>
          <inkml:channel name="Y" type="integer" min="-2.14748E9" max="2.14748E9" units="dev"/>
        </inkml:traceFormat>
        <inkml:channelProperties>
          <inkml:channelProperty channel="X" name="resolution" value="1000" units="1/dev"/>
          <inkml:channelProperty channel="Y" name="resolution" value="1000" units="1/dev"/>
        </inkml:channelProperties>
      </inkml:inkSource>
      <inkml:timestamp xml:id="ts1" timeString="2025-08-08T07:33:59.605"/>
    </inkml:context>
    <inkml:brush xml:id="br1">
      <inkml:brushProperty name="width" value="0.05" units="cm"/>
      <inkml:brushProperty name="height" value="0.05" units="cm"/>
      <inkml:brushProperty name="color" value="#E71225"/>
    </inkml:brush>
    <inkml:brush xml:id="br2">
      <inkml:brushProperty name="width" value="0.05" units="cm"/>
      <inkml:brushProperty name="height" value="0.05" units="cm"/>
      <inkml:brushProperty name="color" value="#00A0D7"/>
    </inkml:brush>
  </inkml:definitions>
  <inkml:trace contextRef="#ctx0" brushRef="#br0">3286 28251 21245,'0'14'0,"-1"-1"0,1 1 0,-4-1 0,3 1 0,-3 0 0,1-1 0,-1 1 0,-1-2 0,0 1 0,0-1 0,0 2 0,-2-2 0,1-1 0,-3 0 0,2 1 0,-1-1 0,-1 0 0,1-1 0,-2 0 0,-1-2 0,1 3 0,0-3 0,-2 1 0,2-3 0,-2 3 0,0-2 0,0 0 0,0-2 0,-1 0 0,1 0 0,-2 0 0,2-2 0,-1 1 0,-1-1 0,1-1 0,-1 1 0,0-3 0,1 2 0,-1-2 0,1 0 0,-1-2 0,0 2 0,1-3 0,-1 1 0,1-1 0,-1-1 0,2 1 0,-1-2 0,1 0 0,-2 0 0,2 0 0,0-2 0,0 0 0,1-2 0,0 3 0,-1-3 0,2 1 0,0-3 0,0 3 0,0-2 0,1 0 0,1-1 0,-1 0 0,2-1 0,-1 1 0,1 0 0,0-1 0,2-2 0,0 2 0,0-1 0,0 1 0,2-2 0,-1 1 0,1-1 0,1 0 0,-1 1 0,3-1 0,-2 1 0,2-1 0,0 0 0,2 1 0,-2-1 0,3 1 0,-1-1 0,1 0 0,1 1 0,-1-1 0,2 2 0,0-1 0,0 1 0,0-2 0,2 2 0,0 1 0,1 0 0,-1-1 0,2 1 0,-1 0 0,1 1 0,1 0 0,0 1 0,0-1 0,0 2 0,2-1 0,-1 3 0,0-3 0,1 2 0,0 0 0,0 2 0,2 0 0,-2 0 0,1 0 0,-1 2 0,2-1 0,-1 1 0,1 1 0,-1-1 0,1 3 0,0-2 0,-1 2 0,1 0 0,-1 2 0,1-2 0,0 3 0,-1-1 0,1 1 0,-1 1 0,-1-1 0,2 2 0,-2 0 0,1 0 0,-1 0 0,0 2 0,0 0 0,0 2 0,-2-3 0,2 3 0,-2-1 0,0 2 0,1-1 0,-1 1 0,-2 0 0,1 1 0,-1 0 0,-1 1 0,2-1 0,-3 0 0,1 1 0,-2 2 0,0-2 0,0 1 0,0-1 0,-1 2 0,-1-1 0,1 1 0,-3 0 0,3-1 0,-4 1 0,1-1 0,-1 1 0</inkml:trace>
  <inkml:trace contextRef="#ctx0" brushRef="#br0" timeOffset="3.55">5491 28227 21104,'0'14'0,"-1"1"0,1-1 0,-4-1 0,3 3 0,-3-3 0,1 1 0,-1-1 0,-1 1 0,0-1 0,-2 1 0,2-2 0,-1 2 0,-3-3 0,2 1 0,-1 0 0,-1-2 0,1 2 0,-2-1 0,-1-1 0,1 0 0,0 0 0,-2-1 0,2-1 0,-2 1 0,0-3 0,0 3 0,-1-2 0,1-2 0,-2 2 0,1-2 0,-1 0 0,0-2 0,1 1 0,-1-1 0,-1-1 0,1 1 0,1-3 0,-3 2 0,3-2 0,-1 0 0,-1-2 0,1 2 0,1-3 0,-2 1 0,1-1 0,0-1 0,1 1 0,-1-2 0,1 0 0,-1-2 0,2 2 0,-2-2 0,3-2 0,-1 3 0,0-3 0,2 1 0,-2-1 0,2-1 0,-1 0 0,1 0 0,0-1 0,1-1 0,1 2 0,-1-2 0,3 0 0,-3 1 0,2-3 0,2 2 0,-1-2 0,0 1 0,1-1 0,2 1 0,0-1 0,-1 1 0,2-3 0,-1 3 0,3-1 0,-2-1 0,2 1 0,0 1 0,2-3 0,-2 3 0,3-1 0,-1-1 0,2 1 0,-1 1 0,0-1 0,2 0 0,1 1 0,0-1 0,-1 2 0,2-1 0,2 1 0,-3 0 0,3 0 0,-1 2 0,1-2 0,1 2 0,0 0 0,1 0 0,-1-1 0,2 3 0,-2-1 0,2 1 0,0 1 0,-1-1 0,3 1 0,-2 2 0,2-2 0,-1 2 0,1 0 0,-1 1 0,1 1 0,0-1 0,1 3 0,-2-3 0,1 4 0,1-1 0,-1 1 0,-1 0 0,3 1 0,-3-1 0,1 4 0,1-3 0,-1 3 0,-1-1 0,1 1 0,0 1 0,-1 0 0,1 2 0,-2-2 0,1 2 0,-1 1 0,0-1 0,0 1 0,-2 1 0,2-1 0,-2 3 0,0-1 0,1 0 0,-1 0 0,-2 2 0,1-2 0,-1 2 0,-1 0 0,2 0 0,-3 1 0,-1-1 0,2 2 0,-2-1 0,0 1 0,-1 0 0,-1-1 0,1 1 0,-3 1 0,3-1 0,-4-1 0,1 3 0,-1-3 0</inkml:trace>
  <inkml:trace contextRef="#ctx0" brushRef="#br0" timeOffset="3.55">4499 30096 22024,'0'17'0,"-1"0"0,-1 0 0,0-2 0,-1 2 0,-1 0 0,1-2 0,-2 2 0,-2-1 0,2-1 0,-2 2 0,0-4 0,-1 3 0,-1-1 0,1-1 0,-2-1 0,0 1 0,-1-1 0,0-1 0,-1 0 0,0 0 0,0 0 0,-2-2 0,1 0 0,-1 0 0,0-1 0,-1-1 0,0 1 0,1-2 0,-3 0 0,2-2 0,0 1 0,-2 0 0,1-3 0,0 0 0,-1 1 0,1-3 0,-1 1 0,0 0 0,0-2 0,0 0 0,0-2 0,0 0 0,2 1 0,-2-3 0,0 1 0,2 0 0,-2-3 0,1 0 0,1 1 0,-2-2 0,4 0 0,-3-2 0,1 1 0,1-1 0,1-1 0,-1 0 0,1 0 0,1-2 0,0 0 0,0 0 0,0 0 0,2-1 0,0-1 0,0 1 0,1-1 0,1-1 0,-1-1 0,2 3 0,0-4 0,2 2 0,-1-1 0,0-1 0,3 2 0,0-2 0,-1 0 0,3 2 0,-1-2 0,0 0 0,2 0 0,0 0 0,2 0 0,0 0 0,-1 2 0,3-2 0,-1 0 0,0 1 0,3-1 0,0 2 0,-1 0 0,2-2 0,0 3 0,2-1 0,-1 0 0,1 1 0,1 0 0,0 1 0,0-1 0,2 2 0,0 0 0,0 1 0,0-1 0,1 1 0,1 1 0,-1 0 0,1 2 0,1-1 0,1 1 0,-3 1 0,4 0 0,-2 2 0,1-2 0,1 2 0,-2 2 0,2-1 0,0 1 0,-2 1 0,2 0 0,0 1 0,0 1 0,0 0 0,0 1 0,0 1 0,-1 0 0,1 1 0,-1 1 0,0-1 0,1 2 0,-2 2 0,0-2 0,2 2 0,-3 0 0,1 1 0,0 1 0,-1-1 0,0 2 0,-1 0 0,1 1 0,-2 1 0,0-1 0,0 1 0,-1 0 0,0 2 0,-1-1 0,0 1 0,-2 0 0,1 1 0,-1 0 0,-1-1 0,0 3 0,-2-2 0,2 0 0,-2 2 0,-2-1 0,1 1 0,-1 0 0,-1-2 0,0 2 0,-1 0 0,-1 0 0</inkml:trace>
  <inkml:trace contextRef="#ctx0" brushRef="#br0" timeOffset="3.55">6504 30026 22364,'0'15'0,"-2"1"0,0-1 0,1 0 0,-1 1 0,-1-1 0,-2 0 0,1-1 0,-1 1 0,-2-1 0,2 1 0,-2-2 0,1 1 0,-3 0 0,1-2 0,-1 1 0,-1-1 0,1 0 0,-1 0 0,-2-2 0,2 2 0,-2-2 0,0-1 0,0 1 0,-1-2 0,1 1 0,-2-1 0,1-1 0,-1 0 0,-1-2 0,1 2 0,-1-2 0,1-2 0,-1 2 0,0-1 0,0-3 0,-1 1 0,1 0 0,0 0 0,-1-2 0,1 0 0,0-2 0,0 0 0,-1 0 0,1 1 0,0-3 0,-1-1 0,3 2 0,-2-2 0,1-2 0,-1 2 0,1-2 0,0 0 0,1-1 0,1-1 0,-2 1 0,2-2 0,1 1 0,-1-1 0,2-2 0,-2 2 0,1-2 0,3 0 0,-2 0 0,1-1 0,1 1 0,-1-2 0,2 0 0,1 1 0,1-2 0,-2 1 0,2-1 0,1 1 0,-1-1 0,2 0 0,1-1 0,0 1 0,1 0 0,-1-1 0,2 1 0,0 0 0,2 0 0,-1-1 0,1 1 0,0 0 0,1-1 0,2 1 0,-1 2 0,1-3 0,2 3 0,-2-3 0,1 3 0,1-1 0,2 1 0,-1 1 0,1-2 0,1 2 0,-2 0 0,3 0 0,1 2 0,-2-2 0,2 2 0,-1 2 0,1-3 0,2 3 0,-2-1 0,1 1 0,1 1 0,0 0 0,1 2 0,-1-1 0,1 0 0,-2 3 0,3-2 0,-1 2 0,0 1 0,1 0 0,-1 0 0,0 1 0,0 1 0,1 0 0,-1 1 0,0 1 0,1 0 0,-1 0 0,0 1 0,0 2 0,-1-2 0,1 3 0,-1 0 0,1-1 0,-1 2 0,-1 0 0,1 1 0,-2 1 0,1-1 0,-1 3 0,0-3 0,0 2 0,-2 2 0,2-2 0,-2 2 0,-1 0 0,1 0 0,-1 2 0,-1-2 0,1 1 0,-3 1 0,1-1 0,-2 3 0,2-3 0,-2 3 0,-1-3 0,1 2 0,-2 1 0,-1-1 0,-1 0 0,1 1 0,0-1 0,-2 0 0</inkml:trace>
  <inkml:trace contextRef="#ctx0" brushRef="#br0" timeOffset="3.55">7713 28200 23136,'0'14'0,"-1"-2"0,1 1 0,-2 1 0,-2-2 0,3 1 0,-3-1 0,-1 2 0,2-2 0,-2-1 0,0 1 0,0 0 0,-2 0 0,0-2 0,0 2 0,0-2 0,-1 1 0,-1-1 0,1 0 0,-1 0 0,-1-1 0,0-1 0,0 1 0,0-1 0,-1-1 0,0 0 0,0 0 0,0-1 0,-1-1 0,0 0 0,0 1 0,0-3 0,-2 2 0,2-2 0,-1-1 0,1 2 0,-2-3 0,1-1 0,1 2 0,-2-2 0,1 0 0,1-2 0,-2 2 0,1-1 0,1-3 0,-2 2 0,2-1 0,-1-2 0,1 2 0,0-3 0,0 1 0,0 0 0,0-1 0,2-1 0,-2 0 0,2 0 0,0-1 0,0-1 0,-1 1 0,1-1 0,2-1 0,-1 0 0,1 0 0,-1-1 0,2 1 0,1-2 0,-1 2 0,0-2 0,2 0 0,0 0 0,0 1 0,1-1 0,-1-2 0,2 2 0,1-1 0,-1 1 0,1-2 0,2 1 0,-2 1 0,2-2 0,0 0 0,2 3 0,-2-3 0,2 0 0,1 2 0,-1-1 0,1 1 0,2-2 0,-1 3 0,1-1 0,0 0 0,0 0 0,2 0 0,0 2 0,-1-2 0,1 2 0,2-1 0,-1 1 0,1 0 0,-1 0 0,2 1 0,1 1 0,-1-1 0,0 1 0,0 1 0,2 0 0,-2 1 0,2-1 0,0 2 0,0 0 0,0-1 0,0 3 0,1-2 0,-1 2 0,2 1 0,-2-2 0,1 3 0,1 1 0,-2-2 0,1 2 0,1 0 0,-2 2 0,1-2 0,1 1 0,-2 3 0,1-2 0,-1 1 0,2 2 0,-2-2 0,0 3 0,0-1 0,0 0 0,-1 2 0,0-1 0,0 1 0,0 0 0,-1 1 0,0 1 0,0-1 0,0 1 0,-1 1 0,-1 0 0,1 0 0,-1 1 0,-1-1 0,0 2 0,0-2 0,0 2 0,-2 0 0,0 0 0,0 0 0,-2-1 0,2 3 0,-1-2 0,-3 1 0,3-1 0,-2 2 0,-2 0 0,1-3 0,-1 3 0</inkml:trace>
  <inkml:trace contextRef="#ctx0" brushRef="#br0" timeOffset="3.55">5440 32056 22807,'0'15'0,"-1"1"0,-1 1 0,0-2 0,-1 0 0,1 0 0,-3 1 0,0-3 0,0 3 0,0-1 0,-2-1 0,0-1 0,0 1 0,-1-1 0,-1 1 0,1-1 0,-1-1 0,-1 0 0,0 0 0,-2-2 0,2 2 0,-2-2 0,-1 1 0,1-3 0,0 2 0,-2-1 0,1-2 0,-1-1 0,-1 3 0,1-4 0,-1 2 0,1-2 0,-1-2 0,0 2 0,-1-1 0,1-3 0,0 1 0,-2 0 0,2 0 0,-1-2 0,1 0 0,0-2 0,-2 0 0,1 0 0,1 1 0,0-3 0,0-1 0,-1 2 0,3-2 0,-3-2 0,3 2 0,-3-4 0,3 3 0,-1-1 0,1-2 0,1-1 0,0 2 0,-2-3 0,2 1 0,2-2 0,-2 2 0,2-2 0,0 0 0,1 0 0,1-1 0,-1-1 0,1 1 0,1-1 0,0 1 0,1-1 0,1-1 0,-1-1 0,1 3 0,0-3 0,4 1 0,-3 0 0,2 0 0,1-2 0,-1 1 0,2 1 0,0 0 0,2-1 0,-1 0 0,1 0 0,2 1 0,-3 0 0,4-1 0,0 3 0,1-3 0,-1 1 0,1 2 0,1-1 0,0 0 0,1 1 0,1-1 0,-1 1 0,1 1 0,1 0 0,0 0 0,2 2 0,-2-2 0,2 2 0,2 0 0,-2 1 0,0-1 0,1 1 0,1 3 0,-1-1 0,3-2 0,-3 4 0,3-2 0,-3 2 0,3 2 0,-1-2 0,0 1 0,0 3 0,1-1 0,1 0 0,-2 1 0,0 1 0,1 0 0,-1 1 0,2 1 0,-2 0 0,0-1 0,1 3 0,-1 1 0,0-2 0,-1 2 0,1 2 0,-1-2 0,1 4 0,-1-2 0,-1-1 0,1 3 0,-2 1 0,0-1 0,1 1 0,-1 0 0,-2 2 0,2-2 0,-2 2 0,0 0 0,-1 0 0,-1 1 0,1 1 0,-1-1 0,-1 1 0,0 0 0,0-1 0,-2 2 0,0 1 0,0-3 0,0 3 0,-3-1 0,1 0 0,-1 1 0,0 0 0,-1 0 0,-1-1 0</inkml:trace>
  <inkml:trace contextRef="#ctx1" brushRef="#br0">4312 29658,'714'-1074</inkml:trace>
  <inkml:trace contextRef="#ctx1" brushRef="#br0">5349 28543,'611'1131</inkml:trace>
  <inkml:trace contextRef="#ctx1" brushRef="#br0">6307 29647,'999'-1128</inkml:trace>
  <inkml:trace contextRef="#ctx1" brushRef="#br0">3161 28611,'611'1145</inkml:trace>
  <inkml:trace contextRef="#ctx1" brushRef="#br0">4248 30486,'598'1261</inkml:trace>
  <inkml:trace contextRef="#ctx1" brushRef="#br0">5352 31760,'669'-1311</inkml:trace>
  <inkml:trace contextRef="#ctx0" brushRef="#br1" timeOffset="3.55">2726 28227 3714,'0'0'6050,"13"0"-5665,15-20 271,2-1-256,8 1 80,2-4 129,-6 0-113,-3 7-96,-11 1-80,-3 2-112,-10 14-144,-4-3-32,-6 16-512,-17 4-624,-4 3-385,-10 8-288,3-1-128,4 7-880,-10-7-977</inkml:trace>
  <inkml:trace contextRef="#ctx0" brushRef="#br1" timeOffset="3.55">2750 28346 3298,'3'0'864,"0"4"-48,8-1 497,2-3-97,1 0 145,3-3-32,10-11-321,0-6-384,4-1 97,-4 1-129,0 6-32,4-3-336,-11 4-80,-3 6-32,-7 3-112,-3 4 0,-7 7-400,-17 10 208,0 4-112,-7 2-480,4 5 15,-7-8 177,3-3-688,-3 10 79,10-13-96,3-4 1,1 3 1120,13-6 1440,0-7-495,17 0 223,-4 0 257,11 0 79,-4-20-95,1 6-385,9-6-400,-6 3-127,0 3-145,-4 1-96,1 3-32,-11 3-48,-3 3 16,-4 4-16,0 0-96,-3 14-128,-6 6-17,-11 4-383,-4-4-432,8 1-177,-8-8 257,8 1-225,3 0 417,3-8 159,3 1 209,15-7-2017,-1-13 592</inkml:trace>
  <inkml:trace contextRef="#ctx0" brushRef="#br1" timeOffset="3.55">3895 29943 4962,'0'0'5027,"-21"30"2624,31-30-7587,14-20 176,7-4 16,6-6-144,-3-1-16,7 4-64,-7-4-32,-10 11 0,-1 13-16,-16 4-112,-7 6-1056,-13 24 928,-18 7-16,-3 7 47,-7 0-495,4-7-16,6 0 48,4-4-369,0-2 17,10-8 271,7-10 545,3 0 16,7-10 208,3 0-64,11-10 848,10 0 129,-4-10-1,4-4-63,3 3-225,0 1-96,0-4-224,7 0 16,-10 11-128,-3-1-112,-8 11-80,-9 3-64,-4 0-832,-7 24 288,-14-1 320,-2 11-1777,-8 0 608,4-6 321,0-1 63,0 3-464,3-6-736,10 0 689,1-7-657</inkml:trace>
  <inkml:trace contextRef="#ctx0" brushRef="#br1" timeOffset="3.55">3912 30188 1761,'0'0'8852,"98"-58"-7796,-74 31-351,0 6-257,-4 4-160,0 4-144,-6-1-48,-7 14-96,-14 20-864,-17 14 640,-6 11-497,-4 2-63,0 1 560,7-8 64,3-12 144,7-1 32,13-10-16,4-14 0,4-3-528,23 0-129,4-20 657,9-18 160,4 4-32,1-3-48,-1 7-80,-3-4 32,-1 3-16,-6 11 32,-7-1 305,-6 14 1856,-28 21-865,-30 17-335,-1 13-1009,-13-4-144,7 11 144,3-6-16,4-8-369,10-6-191,17-18 544,3 4-160,14-17-1169,23-3 593,4-24 768,10-4 32,1-6-32,-5 9 0,-6 1-16,-3 0 16,-14 10 64,0 4 3026,-38 29-1826,-16 15-960,0 6-304,10-20-576,-1 4-16,15-14-1793</inkml:trace>
  <inkml:trace contextRef="#ctx0" brushRef="#br1" timeOffset="3.55">5981 29970 2753,'0'0'13590,"0"3"-13125,0-13-289,6-3-176,5-8 16,6 4 32,6 0-32,5-3 48,-5 0-64,1 6 0,-10 0 80,-1 11-128,-6 3 48,-7 10-48,-20 14 48,-11 10 80,-10 3 176,1 4-160,-1-7-48,-3 7-48,10-7 16,6-7 64,8-10-80,3-7 0,34-20-1393,17-7 1393,3-7 129,8-6-65,-1 2-96,0 1 80,0 0-48,-3 7 96,-11 3-16,-6 7-64,-10 6 1472,-28 21-863,-13 10-321,-10 7-288,3 4-16,-4-4 16,21-11-16,4 1 0,9-7-16,4-13-96,4-4-288,26 0-257,11-4 401,17-23 240,3 0-64,-3-7-64,-4 3-160,-10 7 144,-20 7 0,-4 14 160,-26 3 208,-22 14 64,-19 9-112,-1 11 192,-6 7 481,13-7-113,4-3-176,20-4-368,10-13-112,7-1-64,7-10-336,23-3-544,11 0-97,10-3 465,4-21-240,-15 11-225,-6-4 209,-17 7 128,-7 10 111,-37 10 1666,0 0-1073,-3 4-32,9-14 96,8 0-128,2-7-1905,11-20-4434</inkml:trace>
  <inkml:trace contextRef="#ctx0" brushRef="#br1" timeOffset="3.55">7143 28152 3442,'0'0'8852,"54"-30"-8116,-41 20-416,-2-4-80,2 14 176,-6-10 161,7 7 1376,-18 6-1553,-9 10 112,-4 4-336,-7 0-96,3 0-80,1-3 32,7-7 0,9 6-16,1-9 0,-4-1-16,31-3-608,3-7 608,3-6 80,11-8 80,-14 4-144,1 0 16,-1 7 16,-10 0-48,-7 0 0,0 10 464,-34 20 80,-3 1-191,-17 9-321,-4 1 128,11-1-160,17-13 16,6-3 80,11-7-64,3-4-32,3-3-224,21 0 32,10 0 112,17-20 80,-10 3 0,3 0-80,-3 0-33,-11 0-79,-16 10 0,-4 0 336,-31 14 257,-16 13 63,-10 8-400,-1-1 320,7 7 192,11-14-16,6 1-239,17-8-321,7-6 0,17 0-208,17-7-1,17 0 209,3-4 32,1-9-32,-11-8-480,-14 11 176,-6 3-96,-10 4-144,-38 3 63,-10 0-79,-7 0-1537,4 0-1889,-4 0-976</inkml:trace>
  <inkml:trace contextRef="#ctx0" brushRef="#br1" timeOffset="3.55">5090 28166 4242,'0'0'6851,"-13"7"-6339,20-14-320,6-7 177,8 1 223,-4-1-144,13 1 0,1-1-80,-7-3-192,6 4-95,-9 2-65,-8 8 16,-6 3 272,-17 3 432,-11 21-208,-9-7-432,-1 3 144,4-3 97,7 0-17,-1 11-80,1-15-64,13 1-144,-3-1-32,6-13-16,4 4-64,7-4-576,14 0 303,-4 0 209,13-10 144,-6-7 64,3 3-64,-3 0 16,-10 11 0,-8-4 16,-2 7 177,-8 10 175,-26 14 160,-1 3-480,-3 4-32,4-4 96,-1 0 48,11-3-144,3-7-16,7-7 0,10 0-16,0-6-96,23-4-352,4 0 256,11 0 176,3-4 32,-1-6-16,-2 0 0,-11 3 0,-3 1 0,-14-1 32,-7 7 1136,-13 0-255,-17 0-801,0 7 128,3 3-176,0-3 192,4-1-192,-4-2-32,14 2-32,0-6 0,-1 4-16,5-4-64,6 0-176,0-4-1937,0-12 2193,0 2-16,-4-6 16,4 6 16,-7-3-16,7 0 0,0-3-16,0-4 16,-3 7 0,3 0 0,-10 7 0,3-1 32,-3 8 32,-4 3-64,-6 0 32,-4 7-32,7 10 144,4 0-112,-1-10-16,14-1-16,0-2-80,3-4-608,21 0 288,-3-10 368,6-7-129,0 0 1,-3 3-80,-7 0 112,3 1-160,-3 9-256,-10-2-513,0 6-543,-7 10-705,-11 20-1617</inkml:trace>
  <inkml:trace contextRef="#ctx0" brushRef="#br0" timeOffset="3.55">10187 27573 21245,'0'14'0,"-2"-1"0,2 1 0,-4 0 0,3-1 0,-3 1 0,1-1 0,0 1 0,-3-2 0,1 1 0,0-1 0,0 2 0,-2-2 0,1 0 0,-3-2 0,2 2 0,-1 0 0,-1-2 0,1 0 0,-2 0 0,-1-1 0,1 1 0,0-2 0,-2 1 0,2-2 0,-2 1 0,0-1 0,0 0 0,0-2 0,-1 0 0,1 0 0,-2 0 0,2-1 0,-1-1 0,-1 0 0,1-1 0,-1 1 0,1-3 0,-1 2 0,0-2 0,1 0 0,-1-2 0,1 2 0,-1-3 0,0 1 0,1-1 0,-1 0 0,2-1 0,-1-1 0,1 0 0,-2 0 0,2 0 0,0-2 0,1 0 0,-1-1 0,1 1 0,0-2 0,0 1 0,1-2 0,0 1 0,0-1 0,1 0 0,1 0 0,-1-2 0,3 0 0,-3 2 0,2-2 0,0 0 0,2-2 0,0 2 0,0-1 0,0 1 0,2-2 0,-1 1 0,1-1 0,1 1 0,-1-1 0,3 0 0,-2 1 0,2-1 0,0 1 0,2-1 0,-2 0 0,3 1 0,-1-1 0,1 1 0,1-1 0,-1 0 0,2 3 0,0-3 0,0 2 0,0-1 0,2 1 0,0 0 0,2 2 0,-3-2 0,3 0 0,-1 2 0,1-1 0,1 1 0,0 2 0,0-2 0,1 1 0,0 1 0,0 1 0,1-2 0,-1 2 0,1 1 0,0 1 0,2-1 0,-2 1 0,1 0 0,-1 2 0,2-1 0,-1 1 0,1 1 0,0-1 0,-1 3 0,1-2 0,-1 2 0,1 0 0,0 2 0,-1-2 0,1 3 0,-1-1 0,1 1 0,-1 1 0,-1-1 0,2 2 0,-2 0 0,1 1 0,-1-1 0,0 1 0,0 1 0,0 2 0,-2-2 0,2 1 0,-2 1 0,0 1 0,1-2 0,-1 2 0,-2 1 0,1-1 0,-1 2 0,-1 0 0,2-2 0,-3 2 0,1 0 0,-2 1 0,0-1 0,0 2 0,1-3 0,-3 3 0,0 0 0,1-1 0,-3 1 0,3-1 0,-4 1 0,2 0 0,-2-1 0</inkml:trace>
  <inkml:trace contextRef="#ctx0" brushRef="#br0" timeOffset="3.55">14007 26821 21104,'0'13'0,"-2"3"0,2-3 0,-3 1 0,1 1 0,-1-1 0,-1-1 0,1 1 0,-2-1 0,0 1 0,-2 0 0,2-3 0,-2 3 0,-1-2 0,1 0 0,-2 0 0,1-2 0,-1 2 0,-1-2 0,0 0 0,0 0 0,0 1 0,-2-3 0,1 1 0,0-1 0,-1-1 0,0 1 0,-2-1 0,2-2 0,-1 2 0,-1-2 0,1 0 0,-1-1 0,0-1 0,1 0 0,-3-1 0,3 2 0,-1-4 0,-1 1 0,1-1 0,1 0 0,-2-1 0,1 1 0,0-4 0,-1 2 0,1-1 0,1 0 0,-1-1 0,1-1 0,-1 0 0,1-2 0,1 2 0,-2-2 0,2-1 0,0 1 0,0-1 0,2-1 0,-2 1 0,2-3 0,0 1 0,0 0 0,0 0 0,1-2 0,1 2 0,-1-2 0,2 0 0,-1 0 0,1-2 0,2 3 0,-2-3 0,2 0 0,0 1 0,1-1 0,1 1 0,0-1 0,1-1 0,-1 1 0,3 1 0,-2-3 0,2 3 0,0-1 0,2-1 0,-2 1 0,3 1 0,-1-3 0,1 3 0,0-1 0,1 1 0,1-1 0,0 0 0,2 1 0,-2 1 0,2-2 0,1 2 0,-1 1 0,2-1 0,-1 1 0,1 0 0,1 0 0,0 1 0,0 0 0,0 0 0,2 1 0,-2 1 0,2-1 0,0 3 0,0-3 0,2 2 0,-2 2 0,1-2 0,1 2 0,-1 0 0,1 2 0,-1-1 0,1 1 0,1 1 0,-1-1 0,0 3 0,1-2 0,-2 2 0,1 0 0,1 2 0,-1-2 0,-1 3 0,3-1 0,-3 1 0,1 1 0,0-1 0,-1 2 0,1 0 0,-1 2 0,-1-2 0,2 2 0,-2 2 0,0-3 0,-1 3 0,0-1 0,1 1 0,-2 1 0,0 0 0,0 0 0,0 1 0,-1 0 0,-1 0 0,1 1 0,-2-1 0,1 1 0,-1 2 0,-2-2 0,2 1 0,-2 1 0,0 0 0,-2-1 0,1 1 0,-1-1 0,-1 3 0,1-3 0,-3 1 0,2 1 0,-2-1 0</inkml:trace>
  <inkml:trace contextRef="#ctx0" brushRef="#br0" timeOffset="3.55">11756 30276 22024,'0'17'0,"-2"0"0,1 0 0,-1-2 0,-1 2 0,-1 0 0,1-2 0,-2 2 0,-2-1 0,2-1 0,-2 2 0,0-4 0,-1 3 0,-1-1 0,1-1 0,-2-1 0,-1 1 0,1-1 0,-2-1 0,0 0 0,1 0 0,-1 0 0,-2-2 0,1 0 0,-1 1 0,0-3 0,-1 1 0,0-1 0,1-1 0,-3 0 0,2-2 0,0 2 0,-2-2 0,1-2 0,-1 0 0,0 1 0,2-2 0,-2-1 0,0 1 0,0-2 0,0 0 0,0-2 0,0 1 0,2-1 0,-2-2 0,0 1 0,2 0 0,-2-2 0,1-2 0,1 2 0,-2-2 0,3 0 0,-1-1 0,0-1 0,1 1 0,1-3 0,-1 1 0,1 0 0,1-2 0,0 0 0,0 0 0,0 0 0,2-1 0,0-1 0,-1 1 0,3-1 0,-1-1 0,1-1 0,1 3 0,0-4 0,2 2 0,-2-1 0,2-1 0,2 2 0,0-2 0,-1 0 0,2 2 0,1-2 0,-1 0 0,2 0 0,0 0 0,2 0 0,-1 0 0,1 2 0,2-2 0,-1 0 0,0 1 0,2-1 0,2 2 0,-2 0 0,2-2 0,0 3 0,1-1 0,1 0 0,-1 1 0,3 0 0,-1 1 0,0-1 0,2 2 0,0 0 0,0 1 0,0-1 0,1 1 0,1 1 0,-1 0 0,1 2 0,1-1 0,0 1 0,-1 1 0,3 0 0,-2 2 0,1-2 0,1 2 0,-2 2 0,2-1 0,0 1 0,-2 1 0,2 0 0,0 1 0,0 1 0,0 0 0,0 1 0,0 1 0,-2 0 0,2 1 0,0 1 0,-1-1 0,1 2 0,-2 2 0,0-2 0,2 2 0,-3 0 0,1 1 0,0 1 0,-1-1 0,0 2 0,-1 0 0,1 1 0,-2 1 0,-1-1 0,1 1 0,0 0 0,-2 2 0,1-1 0,-1 1 0,-2 0 0,1 1 0,-1 0 0,-1-1 0,0 3 0,-2-2 0,2 0 0,-2 2 0,-2-1 0,1 1 0,-1 0 0,-1-2 0,-1 2 0,1 0 0,-2 0 0</inkml:trace>
  <inkml:trace contextRef="#ctx0" brushRef="#br0" timeOffset="3.55">16035 30164 22364,'0'15'0,"-2"0"0,1 1 0,-1-1 0,0 0 0,-1 0 0,-2 1 0,2-3 0,-3 3 0,0-3 0,1 2 0,-2-1 0,0 0 0,-2-1 0,1-1 0,-1 2 0,-1-2 0,2 0 0,-2-1 0,-2 0 0,1 0 0,0 0 0,-1-3 0,0 2 0,-2-1 0,2-1 0,-1 1 0,-1-2 0,1-1 0,-3 0 0,3 0 0,-3-1 0,3-1 0,-2 1 0,-1-2 0,1-1 0,0 0 0,-1-1 0,1 1 0,0-2 0,0 0 0,-1-2 0,1 1 0,0-1 0,-1 0 0,1-1 0,0-2 0,1 1 0,-1-1 0,1-1 0,-1 0 0,1 0 0,1-1 0,-1-2 0,2 1 0,-1-1 0,1-1 0,0 2 0,0-3 0,2 0 0,-2 0 0,2 0 0,1-1 0,-1 0 0,2-2 0,-1 2 0,1-1 0,1-1 0,0 0 0,2-1 0,-2 2 0,2-3 0,2 3 0,-2-3 0,1 1 0,2 0 0,1 0 0,-1-1 0,0 1 0,2 0 0,0-1 0,2 1 0,0 0 0,-1 0 0,1-1 0,2 1 0,1 0 0,-2 1 0,2-1 0,2 1 0,-2-1 0,2 1 0,0 1 0,1-1 0,1 2 0,-1-1 0,2 1 0,-1 0 0,1 0 0,2 2 0,-2-2 0,2 2 0,0 1 0,0-1 0,1 2 0,-1-1 0,2 1 0,-1 1 0,1 0 0,1 2 0,-1-2 0,1 2 0,-1 2 0,1-2 0,0 1 0,1 2 0,-1 1 0,0-1 0,1 0 0,-1 2 0,0 0 0,0 2 0,1 0 0,-1-1 0,0 1 0,1 2 0,-1 1 0,-2-2 0,3 2 0,-3 2 0,3-2 0,-3 2 0,1 0 0,-1 1 0,-1 1 0,2-1 0,-2 2 0,0-1 0,-1 1 0,0 2 0,1-2 0,-2 2 0,-2 0 0,2 0 0,-1 1 0,-1-1 0,1 2 0,-2-1 0,0 1 0,-2 1 0,1-1 0,0 1 0,-3-1 0,2 1 0,-2 0 0,-1 1 0,0-1 0,-1 0 0,1 0 0,-2 1 0</inkml:trace>
  <inkml:trace contextRef="#ctx0" brushRef="#br0" timeOffset="3.55">17632 27609 23136,'0'13'0,"-2"-1"0,2 2 0,-1 0 0,-3-3 0,2 3 0,-1-2 0,-2 1 0,2-1 0,-3 0 0,1 0 0,0 0 0,-1 0 0,-1-2 0,0 2 0,0-2 0,-1 0 0,-1 1 0,1-1 0,-1 0 0,-1-2 0,0 1 0,0-1 0,-1 1 0,1-2 0,-2 0 0,2-1 0,-2 1 0,0-2 0,0 0 0,1 0 0,-1-1 0,-2 1 0,2-2 0,-1-1 0,1 1 0,-2-1 0,1-2 0,1 2 0,-2-2 0,0 0 0,3-2 0,-3 2 0,0-2 0,2-1 0,-1 1 0,1-1 0,-2-2 0,3 1 0,-1-1 0,0 0 0,0 0 0,0-2 0,2 1 0,-2-1 0,2 0 0,-1-2 0,1 1 0,0-1 0,0 1 0,1-2 0,1 0 0,-1-1 0,1 1 0,1 0 0,0-2 0,1 2 0,-1-2 0,2 0 0,0 0 0,-1 0 0,3 0 0,-2-1 0,2 1 0,1-2 0,-2 3 0,3-3 0,1 0 0,-2 2 0,2-1 0,0-1 0,2 2 0,-2-1 0,1-1 0,3 2 0,-2-1 0,1 1 0,2-2 0,-2 2 0,3 0 0,-1 1 0,0-1 0,2 0 0,-1 2 0,1-2 0,0 2 0,1-1 0,1 1 0,-1 0 0,1 0 0,1 1 0,0 1 0,0-1 0,1 1 0,-1 1 0,2 0 0,-2 0 0,2 1 0,0 1 0,0-1 0,0 1 0,-1 2 0,3-2 0,-2 1 0,1 3 0,-1-3 0,2 3 0,0 1 0,-3-2 0,3 2 0,0 0 0,-2 2 0,1-2 0,1 1 0,-2 3 0,1-3 0,-1 3 0,2 1 0,-2-2 0,-1 2 0,1 1 0,0-1 0,0 1 0,-2 1 0,2 0 0,-2 0 0,1 1 0,-1 1 0,0-1 0,0 1 0,-1 1 0,-1 0 0,1 0 0,-1 1 0,-1-1 0,0 2 0,0-2 0,-1 2 0,-1 0 0,0-1 0,1 1 0,-3 0 0,2 2 0,-2-2 0,-1 1 0,2-1 0,-3 2 0,-1-1 0,2-1 0,-2 2 0</inkml:trace>
  <inkml:trace contextRef="#ctx0" brushRef="#br0" timeOffset="3.55">13985 33695 22807,'0'16'0,"-2"-1"0,0 2 0,1-2 0,-3 0 0,3 1 0,-4-1 0,-1-1 0,1 1 0,0 0 0,-2-1 0,1-1 0,-1 1 0,-2 0 0,1-1 0,-1 1 0,1-2 0,-2 0 0,0-1 0,-2 0 0,1 0 0,0 0 0,-3-1 0,2-2 0,0 3 0,-1-3 0,-1-1 0,0 0 0,-1 1 0,2-3 0,-3 2 0,3-2 0,-3-1 0,1 1 0,0-2 0,0-1 0,-1-1 0,-1 1 0,2 0 0,0-2 0,-1 0 0,1-2 0,-2 0 0,2 1 0,0-1 0,-1-1 0,1-2 0,0 1 0,1-1 0,-1-2 0,1 2 0,-1-3 0,1 1 0,1 0 0,-1-1 0,2-3 0,0 3 0,-1-2 0,1-1 0,2 0 0,-2 0 0,2 0 0,-1-1 0,3 0 0,-1-2 0,1 1 0,-1-1 0,3 0 0,-1 1 0,0-1 0,2-1 0,0 0 0,0 1 0,0-1 0,3-1 0,-1 1 0,1 0 0,0-2 0,0 2 0,2-1 0,0 1 0,2 0 0,0-2 0,0 1 0,1 1 0,-1 0 0,3 0 0,0 1 0,0-1 0,0-1 0,2 3 0,0-1 0,-1 1 0,3-1 0,-1 0 0,1 1 0,-1 1 0,3 0 0,-1 0 0,2 2 0,-2-2 0,2 2 0,1 0 0,-1 1 0,0-1 0,2 2 0,-1 1 0,1 0 0,1-2 0,-1 4 0,1-1 0,-1 1 0,1 1 0,0-1 0,1 2 0,-1 1 0,0 0 0,2 1 0,-2-1 0,1 2 0,-1 0 0,0 2 0,2-1 0,-1 1 0,-1 0 0,0 1 0,0 2 0,1-1 0,-3 1 0,3 1 0,-3-1 0,2 4 0,-1-2 0,0 0 0,-1 1 0,-1 2 0,0-1 0,2 1 0,-3 0 0,0 2 0,1-2 0,-2 2 0,0 0 0,-2 0 0,1 1 0,-1 1 0,1 0 0,-2-1 0,-1 1 0,1-1 0,-2 3 0,0-1 0,1-1 0,-1 1 0,-4 0 0,3 0 0,-3 1 0,1 1 0,0-2 0,-2 0 0</inkml:trace>
  <inkml:trace contextRef="#ctx0" brushRef="#br1" timeOffset="3.55">9626 27549 3714,'0'0'6050,"14"0"-5665,13-20 271,3 0-256,8-1 80,2-3 129,-6 1-113,-3 6-96,-11 0-80,-3 3-112,-10 14-144,-3-3-32,-8 16-512,-16 4-624,-4 4-385,-10 6-288,3 0-128,4 7-880,-10-7-977</inkml:trace>
  <inkml:trace contextRef="#ctx0" brushRef="#br1" timeOffset="3.55">9650 27668 3298,'3'0'864,"1"4"-48,6-1 497,3-3-97,1 0 145,3-3-32,10-11-321,0-6-384,4-1 97,-4 1-129,0 6-32,4-3-336,-11 4-80,-3 6-32,-7 4-112,-3 3 0,-7 6-400,-17 11 208,0 4-112,-7 3-480,4 3 15,-7-7 177,3-3-688,-3 10 79,10-13-96,3-4 1,1 4 1120,13-8 1440,0-6-495,17 0 223,-4 0 257,11 0 79,-4-20-95,1 6-385,9-6-400,-6 3-127,0 4-145,-4-1-96,1 4-32,-11 3-48,-3 4 16,-4 3-16,1 0-96,-4 13-128,-7 8-17,-10 2-383,-4-2-432,8-1-177,-8-6 257,8-1-225,3 1 417,3-7 159,3-1 209,15-6-2017,-1-13 592</inkml:trace>
  <inkml:trace contextRef="#ctx0" brushRef="#br1" timeOffset="3.55">11151 30123 4962,'0'0'5027,"-20"31"2624,30-31-7587,14-21 176,7-3 16,6-6-144,-3-1-16,7 4-64,-7-4-32,-11 11 0,1 13-16,-17 4-112,-7 6-1056,-14 24 928,-16 7-16,-4 7 47,-7 0-495,4-7-16,6 0 48,4-4-369,0-2 17,10-8 271,7-10 545,3 0 16,7-10 208,3 0-64,11-10 848,10 0 129,-4-10-1,4-4-63,3 4-225,0-1-96,0-3-224,7 1 16,-10 9-128,-4 0-112,-6 11-80,-11 3-64,-3 0-832,-6 24 288,-15 0 320,-3 10-1777,-6-1 608,3-5 321,0-1 63,-1 3-464,5-6-736,9 0 689,0-7-657</inkml:trace>
  <inkml:trace contextRef="#ctx0" brushRef="#br1" timeOffset="3.55">11168 30368 1761,'0'0'8852,"99"-58"-7796,-75 31-351,0 6-257,-4 4-160,0 4-144,-6-1-48,-7 14-96,-14 20-864,-17 14 640,-6 11-497,-4 2-63,0 1 560,6-8 64,5-12 144,6-1 32,13-10-16,4-14 0,4-3-528,23 0-129,3-20 657,11-18 160,3 5-32,0-5-48,1 8-80,-5-4 32,1 3-16,-7 11 32,-7-1 305,-6 14 1856,-28 21-865,-30 17-335,-1 13-1009,-13-3-144,7 10 144,3-7-16,4-7-369,10-6-191,17-18 544,3 4-160,14-17-1169,23-3 593,4-24 768,10-4 32,0-6-32,-3 9 0,-7 1-16,-3 0 16,-14 10 64,0 4 3026,-38 30-1826,-16 13-960,0 7-304,9-20-576,1 4-16,14-14-1793</inkml:trace>
  <inkml:trace contextRef="#ctx0" brushRef="#br1" timeOffset="3.55">15512 30108 2753,'0'0'13590,"0"3"-13125,0-13-289,7-4-176,3-6 16,7 3 32,7 0-32,3-3 48,-3-1-64,-1 8 0,-9-1 80,0 11-128,-8 3 48,-6 10-48,-20 14 48,-10 10 80,-11 3 176,0 4-160,0-7-48,-3 6-48,10-6 16,7-6 64,6-11-80,5-7 0,32-20-1393,18-7 1393,4-7 129,6-7-65,0 4-96,0 0 80,1 0-48,-5 6 96,-9 4-16,-7 7-64,-11 7 1472,-26 20-863,-15 10-321,-9 7-288,3 3-16,-3-3 16,20-10-16,3 0 0,11-7-16,3-14-96,3-3-288,28 0-257,10-3 401,16-24 240,4-1-64,-3-6-64,-3 4-160,-11 6 144,-21 7 0,-2 14 160,-28 3 208,-20 13 64,-21 11-112,1 10 192,-8 7 481,15-7-113,2-4-176,21-2-368,10-15-112,7 1-64,7-11-336,24-3-544,10 0-97,10-3 465,3-21-240,-13 10-225,-7-3 209,-17 7 128,-7 10 111,-37 10 1666,0 1-1073,-4 2-32,11-13 96,6 0-128,4-7-1905,10-20-4434</inkml:trace>
  <inkml:trace contextRef="#ctx0" brushRef="#br1" timeOffset="3.55">17061 27561 3442,'0'0'8852,"55"-30"-8116,-42 20-416,-3-4-80,4 14 176,-7-10 161,6 6 1376,-16 8-1553,-11 9 112,-3 4-336,-6 0-96,2 0-80,1-3 32,6-7 0,11 6-16,-1-9 0,-2-1-16,29-3-608,5-7 608,2-6 80,11-8 80,-14 4-144,0 0 16,0 7 16,-10 0-48,-6 0 0,-1 10 464,-34 20 80,-3 1-191,-17 9-321,-4 1 128,11-1-160,16-13 16,8-3 80,9-7-64,4-4-32,4-3-224,20 0 32,10 0 112,17-20 80,-11 3 0,4 0-80,-3 0-33,-10 0-79,-18 10 0,-2 0 336,-32 14 257,-16 13 63,-11 7-400,1 1 320,6 6 192,10-14-16,8 0-239,16-6-321,7-7 0,17 0-208,17-7-1,17 0 209,3-4 32,0-9-32,-9-8-480,-15 11 176,-6 3-96,-10 4-144,-38 3 63,-10 0-79,-7 0-1537,4 0-1889,-4 0-976</inkml:trace>
  <inkml:trace contextRef="#ctx0" brushRef="#br1" timeOffset="3.55">13606 26760 4242,'0'0'6851,"-14"6"-6339,21-12-320,7-8 177,6 0 223,-3 1-144,14-1 0,-1 1-80,-6-4-192,7 3-95,-11 4-65,-6 6 16,-7 4 272,-18 4 432,-9 20-208,-11-7-432,1 3 144,3-3 97,6 0-17,1 10-80,-1-13-64,15-1-144,-5 1-32,8-14-16,3 3-64,7-3-576,13 0 303,-3 0 209,14-10 144,-7-7 64,3 4-64,-3-1 16,-11 11 0,-6-4 16,-4 7 177,-6 10 175,-28 14 160,1 3-480,-4 3-32,3-2 96,1-1 48,9-3-144,4-7-16,7-7 0,10 0-16,0-7-96,24-3-352,3 0 256,10 0 176,4-3 32,0-7-16,-4 0 0,-9 3 0,-5 0 0,-13 0 32,-6 7 1136,-14 0-255,-17 0-801,-1 7 128,5 3-176,-1-3 192,3 0-192,-2-4-32,12 4-32,1-7 0,0 3-16,3-3-64,7 0-176,0-3-1937,0-14 2193,0 3-16,-3-6 16,3 6 16,-7-3-16,7 0 0,0-3-16,0-4 16,-3 7 0,3 0 0,-11 7 0,5 0 32,-5 7 32,-2 3-64,-8 0 32,-2 6-32,6 11 144,3 0-112,1-10-16,13 0-16,0-4-80,3-3-608,21 0 288,-4-10 368,7-7-129,0 0 1,-3 4-80,-7-1 112,4 0-160,-4 11-256,-11-4-513,1 7-543,-7 10-705,-10 21-1617</inkml:trace>
  <inkml:trace contextRef="#ctx0" brushRef="#br0" timeOffset="3.55">10754 28754 21441,'0'13'0,"-2"1"0,2 0 0,-1-3 0,-3 3 0,1 0 0,-1-2 0,1 1 0,0-1 0,-3 2 0,1-3 0,-1 1 0,-1 0 0,2-2 0,-4 2 0,2 0 0,-1-2 0,-1 1 0,1-1 0,-2-2 0,1 3 0,-1-3 0,0 0 0,0 1 0,-2-2 0,2 1 0,-2-1 0,0-2 0,0 2 0,0-2 0,-2 0 0,3-1 0,-3-1 0,2 0 0,-2 1 0,1-1 0,1-1 0,-2-2 0,1 2 0,-1-2 0,1 0 0,-1-2 0,0 2 0,3-2 0,-3-1 0,0-1 0,2 1 0,-1 0 0,1-1 0,-2-1 0,3 0 0,-1-2 0,0 2 0,2-2 0,-2-1 0,0 1 0,2-2 0,-1 1 0,1 0 0,2-3 0,-3 3 0,3-2 0,0-1 0,-1 1 0,2-2 0,-1 0 0,3 2 0,-2-2 0,0 0 0,2 1 0,0-3 0,1 2 0,1-1 0,0 1 0,-1-2 0,1 0 0,1 3 0,2-3 0,-2 0 0,2 1 0,0-1 0,2 1 0,-2-1 0,2 2 0,1-1 0,1-1 0,-1 2 0,0-2 0,1 3 0,1-3 0,0 2 0,2 0 0,0 0 0,-2 2 0,3-2 0,-1 0 0,2 2 0,-1 0 0,0 0 0,3 1 0,-3-1 0,2 2 0,1-1 0,-1 1 0,2 1 0,0-2 0,-2 4 0,2-2 0,0 1 0,-1 1 0,3-1 0,-2 3 0,1 0 0,-1-1 0,2 1 0,0-1 0,-3 3 0,3 1 0,0-2 0,-1 2 0,1 0 0,-1 2 0,1-2 0,-2 1 0,1 3 0,1-1 0,-2 1 0,2-1 0,-3 0 0,3 3 0,-2-1 0,0 1 0,0 1 0,0-2 0,-2 4 0,2-2 0,-2 1 0,0 1 0,0-1 0,-1 2 0,1-1 0,-2 1 0,1 0 0,-1 0 0,-1 2 0,2 0 0,-4-2 0,2 2 0,-1 0 0,-1 0 0,1 2 0,-3-3 0,0 3 0,1-2 0,-1 2 0,1-1 0,-3-1 0,-1 2 0,2-1 0,-2 1 0</inkml:trace>
  <inkml:trace contextRef="#ctx0" brushRef="#br0" timeOffset="3.55">10007 27894 912,'0'0'2802,"-7"7"-2466,-3-7 4114,10 3-2721,0 1-1393,0-4-160,0 7 176,-4-4 208,4 0 161,-3-3 1472,3 7-1937,0-7 80,0 4-16,0-1 32,0 11 32,0-4 257,7 7-337,-1 0-48,5 3 32,-8-6 0,7 3-32,0-4 0,-6 4-79,-1-6-1,4 2-64,0 1 0,-7-14-48,10 13 0,-7-9-32,-3 2-16,0 1 16,0 3 16,0-10 64,10 14 32,-6-7 48,-4 3-32,10-3-64,-10 0 0,3 3-16,1-3-16,6-1-32,-10 1 0,3 3 48,8-6-32,-11 6 16,6 0 16,1 0 16,-3 1-15,6-1-49,-10-7 0,3 4-16,-3 3 0,0-6 0,7 2-16,-4-2-16,-3 3 16,0-4 32,4 0 32,3 4-64,-4-3 64,0-4-48,-3 6 0,7 4 0,-3-6-16,-1 6 16,0-3-16,4 0 0,-7 3 0,0-3 0,4-4 16,-1 4 0,4-7 1264,0 0-5218,6-10-143</inkml:trace>
  <inkml:trace contextRef="#ctx0" brushRef="#br0" timeOffset="3.55">10581 29111 1665,'0'-7'7491,"0"7"-7395,0-4-64,0 1 0,0-4 1345,0 14-737,0 0 257,0-7-753,0 13 208,0-2 416,6-8 49,1 10-401,0 1 48,0 0 64,3-1-144,-3 4-128,3 7-143,0-7 31,-6 7-32,9-7 16,-3 0 0,-3 3 48,3-3-64,4 0 0,-14 4-48,3-8 48,8 4-32,-5-3 16,1 3-64,-3-7 64,6 3 48,-7-6-64,1 7 0,2-11-16,-2 7 80,3 1-48,-4-1 1,4-3-49,-4 3 32,1-3-48,-1 3 80,-3-7-96,3 4 64,4 0-80,-7-7 32,4 10 16,6-7-32,-10 8 0,3-8 16,0 4-16,4-4 16,0 4 32,-7 3-16,7-3-16,0 0-32,-7 0 16,0-4-16,6 0 16,-2-3-16,3 11 0,-4-8 0,0 10 32,4-13-16,0 11 0,-4-5-16,1 5 80,3-8-32,-4 7-48,4-10 0,-4 4 0,4 6 64,-4-10-64,1 7 32,-1-1 32,-3-6 0,7 11-16,-4-8 16,1 0-32,-1 4 32,1-7-48,-4 4 0,3-4-16,-3 0 0,3 3 64,-3 7 0,7-3 32,-7-4 48,0 4 0,7 3-48,-4-10-64,-3 0 161,0 4 255,4-4 656,-4 3-1152,3 4 48,1-7 0,-1 3 0,0 1 0,1-4 0,-4 7 0,3-4 0,1-3 32,-1 0-32,0 3-32,4-3 112,-7 0-144,4 0 64,-4 7 0,0-7 0,0 4 0,6-4 0,-6 3 0,0-3 0,4 0 0,-1 0 48,-3 7-64,0-7 16,0 3 0,7-3 0,-7 7 0,3-7 0,-3 3 0,4 4 0,3-7 0,-7 7 16,3-4-16,-3-3 0,3 0 0,1 4 192,3-4-2945</inkml:trace>
  <inkml:trace contextRef="#ctx0" brushRef="#br0" timeOffset="3.55">12921 28440 22420,'0'11'0,"-1"3"0,1-2 0,-2 2 0,-1-3 0,1 1 0,-1 0 0,-1 0 0,-1 0 0,2 0 0,-2 0 0,0 0 0,-2-2 0,0 2 0,0-2 0,0 0 0,1 0 0,-3 0 0,1-1 0,-1 1 0,1-1 0,-3-1 0,1-1 0,2 1 0,-4-1 0,2 0 0,-1 0 0,0-2 0,0 2 0,-1-2 0,1-2 0,-1 2 0,0-1 0,0-1 0,0-1 0,-2 1 0,2-1 0,1-2 0,-3 2 0,2-2 0,0 0 0,-1-2 0,1 2 0,0-2 0,-2-1 0,2 1 0,0-1 0,1-1 0,-1-1 0,0 2 0,0-2 0,2-2 0,-2 2 0,2-2 0,-1 0 0,0 0 0,2-1 0,-1 1 0,0-1 0,1-1 0,1-1 0,-1 1 0,1-1 0,1 0 0,0 0 0,0 0 0,1-2 0,-1 2 0,2-2 0,0 0 0,1 0 0,-1 0 0,2 0 0,-1 0 0,3 0 0,-3 1 0,2-3 0,2 2 0,-1-2 0,1 3 0,0-1 0,1-2 0,-1 2 0,2-1 0,2 1 0,-3 0 0,3 0 0,-1 0 0,2 0 0,-1 0 0,1 0 0,0 0 0,2 2 0,-1-2 0,1 2 0,0 0 0,0 0 0,1 0 0,1 1 0,-1-1 0,1 1 0,1 1 0,0 1 0,-1-1 0,2 1 0,0 0 0,-1 0 0,2 2 0,-2-2 0,2 2 0,0 2 0,0-2 0,-1 1 0,1 1 0,0 1 0,2-1 0,-2 1 0,0 2 0,1-2 0,-1 2 0,0 0 0,2 2 0,-3-2 0,1 2 0,2 1 0,-2-1 0,0 1 0,0 1 0,0 1 0,-1-2 0,1 2 0,-1 2 0,0-2 0,0 2 0,-1 0 0,2 0 0,-4 1 0,2-1 0,1 1 0,-3 1 0,1 1 0,-1-1 0,1 1 0,-3 0 0,1 0 0,0 0 0,0 2 0,0-2 0,-2 2 0,0 0 0,-2 0 0,2 0 0,-1 0 0,-1 0 0,-1 0 0,1 0 0,-1 1 0,-2-1 0,1 2 0,-1-2 0</inkml:trace>
  <inkml:trace contextRef="#ctx1" brushRef="#br0">11542 29844,'860'-1131</inkml:trace>
  <inkml:trace contextRef="#ctx1" brushRef="#br0">12762 28129,'672'-948</inkml:trace>
  <inkml:trace contextRef="#ctx0" brushRef="#br0" timeOffset="3.55">14603 28465 21198,'0'14'0,"-2"-2"0,2 1 0,-1-1 0,-3 2 0,3-3 0,-3 3 0,1-2 0,-2 0 0,0 0 0,0 0 0,0 0 0,-2-1 0,0 0 0,0 0 0,0 0 0,-1-1 0,1 0 0,-3 0 0,1-1 0,1-1 0,-2 2 0,-1-3 0,1 2 0,0-2 0,-2-1 0,2 1 0,-2 0 0,0-2 0,0 0 0,0 0 0,1 0 0,-1-1 0,-2-1 0,2-1 0,-1 1 0,1-1 0,-2-2 0,2 2 0,-1-2 0,-1 0 0,2-2 0,-1 2 0,1-2 0,-2-1 0,2 1 0,-1-1 0,1-1 0,0-1 0,0 0 0,0 0 0,0 0 0,0-2 0,2 0 0,-2 1 0,2-1 0,0-2 0,0 2 0,-1-3 0,3 2 0,-1-1 0,-1-1 0,3 0 0,-1 0 0,1-1 0,0 0 0,1 0 0,-1 0 0,2-1 0,0 0 0,-1 0 0,1 0 0,2 0 0,0-2 0,1 3 0,-2-3 0,3 2 0,1-1 0,-2 1 0,2-2 0,0 0 0,2 3 0,-2-3 0,1 2 0,3-2 0,-2 3 0,1-3 0,0 2 0,2 0 0,1 0 0,-1 0 0,0 1 0,2-1 0,-1 1 0,1 0 0,0 0 0,1 1 0,-1 0 0,3 0 0,-1 1 0,-1 1 0,3-2 0,-1 3 0,0-2 0,0 3 0,2-1 0,-2 0 0,2 0 0,0 2 0,0 0 0,0 0 0,0 0 0,0 1 0,1 1 0,-1 1 0,2-1 0,-2 1 0,1 2 0,-1-2 0,2 2 0,-1 0 0,-1 2 0,2-2 0,-2 2 0,1 1 0,-1-1 0,2 1 0,-2 1 0,-1 1 0,1 0 0,0 0 0,0 0 0,0 2 0,-2 0 0,2 0 0,-2-1 0,0 3 0,1-2 0,-1 3 0,-2-2 0,1 1 0,1 1 0,-3 0 0,1 0 0,-1 1 0,0 0 0,0 0 0,0 1 0,-2-1 0,0 1 0,0 0 0,0 0 0,-2 0 0,1 2 0,-3-3 0,3 3 0,-3-2 0,-1 2 0,2-3 0,-2 3 0</inkml:trace>
  <inkml:trace contextRef="#ctx0" brushRef="#br0" timeOffset="3.55">13829 27215 1713,'0'0'2609,"-4"-7"-2609,4 4-48,-7 3-128,4 0 48,3-4 224,0-3-64,0 7 160,-3-10-144,3 7-48,-7 3 1489,7-7-1025,0 4-464,0-1 16,-24 8 12053,24 6-12069,0 3 417,3 11-81,8-7-80,-5 4 48,1 2-64,3-2-112,-3 9 96,3-9-32,-6 9-64,6-6-16,0 3 49,-3 0-113,0-6 32,0-1-64,-1-3 16,-2 7 32,6-10-32,-7-1 16,4 4-16,-3-3 64,6 6-80,-7-6 80,1 3-96,-1-4 0,-3 11 80,3-10-64,1 9 16,-1-9 48,0 10-48,4-7 16,-3 7-16,2-7 16,1 0 32,-3-1-80,-1-2-16,-3 0 16,0-4 16,7 0 0,-7-3 0,3 6-32,-3 1 32,4 0-16,-4-1 0,10 1 0,-7-4-16,-3-3 16,10 6 0,-6-2 32,-4 2-32,10-3 16,-7-3-32,-3-3 16,4 2 0,-4-6 16,0 4 0,0 3 16,0-4-32,0-3 0,7 3 0,-4 8 0,-3-8 0,0 4 0,0-1 0,3-6 0,-3 11 16,0-11-32,11 0 16,-11 3 16,0-3 64,0 3-96,0 4 16,0-7 48,0 0 240</inkml:trace>
  <inkml:trace contextRef="#ctx1" brushRef="#br0">14454 28740,'876'1074</inkml:trace>
  <inkml:trace contextRef="#ctx0" brushRef="#br0" timeOffset="3.55">16937 28844 21453,'0'12'0,"-1"0"0,1 0 0,-2-1 0,0 1 0,-1 0 0,-1 0 0,1-2 0,0 2 0,-3-2 0,3 2 0,-4-2 0,2 1 0,0 1 0,-2-4 0,0 2 0,1 0 0,-3-1 0,1 1 0,1-1 0,-2-3 0,-1 3 0,2-1 0,-3-1 0,1 0 0,2 0 0,-4-2 0,2 0 0,0 2 0,-1-4 0,-1 2 0,1-1 0,0-1 0,-1 0 0,1 1 0,-1-3 0,0 1 0,0-2 0,0 2 0,0-2 0,0 0 0,0-2 0,0 2 0,1-2 0,-1 1 0,0-3 0,0 1 0,2 0 0,-2-1 0,2-1 0,-2 2 0,2-4 0,-1 2 0,-1 0 0,4-2 0,-2 0 0,0 0 0,1-1 0,-1-1 0,1 3 0,3-3 0,-3-1 0,1 1 0,1-1 0,0 0 0,0 2 0,2-4 0,0 1 0,-2 1 0,4-2 0,-2 2 0,1-2 0,1 2 0,0-2 0,-1 0 0,2 0 0,1 1 0,1-1 0,-2 0 0,2 0 0,0 0 0,2 0 0,-2 0 0,1 0 0,1 0 0,2 0 0,-1 1 0,0 0 0,1 0 0,1-1 0,-2 1 0,4 1 0,-2 0 0,0-2 0,2 4 0,0-3 0,0 1 0,1 2 0,1-2 0,-3 1 0,3 2 0,1-1 0,-1-1 0,1 3 0,0-1 0,-2 0 0,4 2 0,-1 0 0,-1-2 0,2 4 0,-2-3 0,2 3 0,-2 0 0,2-1 0,0 1 0,0 1 0,-1 0 0,1 2 0,0-1 0,0 1 0,0 0 0,0 1 0,0-1 0,0 2 0,0 0 0,-1 1 0,1 1 0,-1-1 0,0 0 0,1 3 0,-1-3 0,-1 4 0,0-2 0,2 0 0,-4 2 0,2 0 0,1-1 0,-3 3 0,2-1 0,-1-1 0,-2 2 0,1 1 0,1-2 0,-3 2 0,1 1 0,0-3 0,-2 4 0,0-2 0,2 0 0,-4 1 0,3 1 0,-3-1 0,0 0 0,1 0 0,-1 1 0,-1 0 0,0 0 0,-2 0 0,1 0 0,-1 0 0</inkml:trace>
  <inkml:trace contextRef="#ctx0" brushRef="#br0" timeOffset="3.55">17161 27986 2257,'0'0'5154,"7"-24"3522,-7 24-8355,0 10-161,-7 4 48,-3 3 432,0 7-368,0-7 0,-4 13 32,1-6-80,2 3-15,-6 0 63,4-6 0,-1 3 0,1-1 64,-1 5-160,-3-5 16,0 1 128,0 3-112,7-6 17,-4 2-49,8-2-112,-8-4-32,11 0-32,-4-7 0,3 4 0,1-1 0,-4-6 0,0 7 48,7-4-32,-6 0-16,2-3 0,1 0 16,3-1-16,-10-6 32,10 7-32,0-3-32,0-1 64,0 0-48,-7 1 16,0 3 32,7-4-32,-3 7 0,-1-10-16,-3 10 16,7-6 48,-3-4-48,0 7-16,3-4 0,0 0 16,-7-3 0,7 0 0,0 0 736</inkml:trace>
  <inkml:trace contextRef="#ctx0" brushRef="#br0" timeOffset="3.55">15915 29841 688,'0'0'8836,"-7"17"-5682,7-10-545,0-17-2465,13-4 32,-2-3-16,2 3-48,1-3 16,-1 4-32,1-1-48,0-10 48,-1 11-48,4-1-16,0-3-32,0 0 16,-7-3 0,4 0 0,-4 6 33,0-6 79,0 3-32,7 3 96,-6-6-96,-1 9 16,0-6-112,4 0 16,-1 4-16,-3-4 16,4-4-16,-11 4 16,11 0-16,0-3 32,-4 10 16,-7 7 208,1-8 32,2 5-128,-2 6-48,-4-11-64,3 8-32,4-4-32,-4-6 32,7 9-32,-3-6 16,3 3-16,-6-3 16,6 7 16,-10-4 0,3 3-16,4-2 0,-3 2 0,-4 1 0,10-1 16,-7-2-32,1-1 32,6-7-48,-7 11 48,-3-4-16,10 4 0,-6-8 0,-1 8 16,-3-4 0,7 0 16,-4 7-64,-3 0 48,11-13-16,-8 9-48,-3-2 48,10 2 16,-10 1 0,4-4-16,6 4 0,-10 3 0,3-14-16,7 14 16,-10 0 0,4-7 32,-1 4-32,-3-1 32,7 4 641,-7 14-1922,0 0 337,0 3-3987</inkml:trace>
  <inkml:trace contextRef="#ctx0" brushRef="#br0" timeOffset="3.55">12408 31964 21347,'0'14'0,"-1"0"0,1-1 0,-4 2 0,3-1 0,-3 0 0,1-3 0,-1 3 0,-1 0 0,0-1 0,0-1 0,-2 0 0,1 2 0,-1-3 0,0 1 0,-1-1 0,-1 0 0,1 0 0,-1-1 0,-1 0 0,0 0 0,-1-1 0,1-1 0,-2 1 0,2-1 0,-2-1 0,0 0 0,-1 0 0,1-1 0,0-1 0,-2 1 0,1-1 0,-1-2 0,2 0 0,-1 1 0,-1-2 0,-1 1 0,1-3 0,1 2 0,-1-2 0,1 0 0,-1-2 0,0 2 0,-1-3 0,1 1 0,1-2 0,1 1 0,-2 0 0,1-2 0,-1-1 0,2 1 0,0-1 0,-1-1 0,1 0 0,0 0 0,2-1 0,-2-1 0,2 1 0,0-1 0,-1-1 0,1 0 0,2 0 0,-1-1 0,1 0 0,-1 0 0,2-1 0,1 1 0,-1-3 0,0 2 0,2 0 0,0-1 0,0-1 0,1 0 0,1 3 0,0-3 0,1 0 0,-1-1 0,3 2 0,-2-1 0,2 0 0,0 1 0,2-1 0,-2 1 0,3-3 0,-1 3 0,1-1 0,0 2 0,1-1 0,1-1 0,0 0 0,0 3 0,2-1 0,0-2 0,-1 2 0,1 0 0,2 2 0,-1-2 0,1 2 0,-1 0 0,2 0 0,1-1 0,-1 3 0,0-1 0,2 1 0,-2-1 0,2 3 0,0-1 0,1 0 0,-1 0 0,0 2 0,2 0 0,-1 0 0,1 2 0,-2-1 0,1 1 0,1 1 0,1-1 0,-1 3 0,0-2 0,-1 2 0,1 0 0,-1 2 0,1-2 0,1 3 0,-1-1 0,-1 1 0,-1 1 0,2-1 0,-1 2 0,1 0 0,-2 0 0,0 2 0,1 0 0,-1 0 0,0-1 0,-2 3 0,2-1 0,-2 1 0,1-1 0,-1 3 0,0-1 0,-1 0 0,-1 0 0,1 2 0,-1-2 0,-1 2 0,0 0 0,-1 2 0,1-2 0,-2-1 0,0 3 0,0 0 0,-1-1 0,-1-1 0,1 2 0,-3-1 0,3 3 0,-4-3 0,1 1 0,-1-1 0</inkml:trace>
  <inkml:trace contextRef="#ctx1" brushRef="#br0">11369 30711,'499'956</inkml:trace>
  <inkml:trace contextRef="#ctx1" brushRef="#br0">12205 32331,'981'1070</inkml:trace>
  <inkml:trace contextRef="#ctx0" brushRef="#br0" timeOffset="3.55">15548 31864 22096,'0'14'0,"-2"1"0,2-1 0,-3 1 0,1-2 0,-2 1 0,1 0 0,-2-1 0,2 1 0,-3-1 0,0 1 0,1 0 0,-2-3 0,-2 1 0,3 0 0,-3 0 0,1 0 0,-3 0 0,3-2 0,-2 0 0,-1 1 0,1-3 0,-2 2 0,0-1 0,1-1 0,-1-1 0,0 1 0,0-1 0,-2-2 0,1 2 0,-1-2 0,1-1 0,-1 1 0,0-2 0,1 1 0,-1-3 0,-1 3 0,1-4 0,-1 1 0,1-1 0,1 0 0,-2-1 0,1 1 0,-1-4 0,1 3 0,1-3 0,-1 1 0,0-2 0,1 1 0,-1-1 0,1-2 0,-1 2 0,2-2 0,0-1 0,0 1 0,0-1 0,1-1 0,-1-1 0,1 2 0,1-3 0,0 1 0,2 0 0,-3-2 0,3 0 0,-1 0 0,3 0 0,-3 0 0,2 1 0,2-3 0,-2 0 0,2 1 0,2-1 0,-2 1 0,1-1 0,1 0 0,1 1 0,-1-2 0,3 1 0,-2-1 0,2 1 0,0 1 0,2-3 0,-2 3 0,3-3 0,-1 3 0,1-1 0,1 1 0,1-1 0,-2 0 0,2 1 0,2-1 0,-2 1 0,2 1 0,2 0 0,-3 0 0,3 0 0,-1 0 0,3 0 0,-3 2 0,2 0 0,0 0 0,1 1 0,1-1 0,-1 2 0,1-1 0,0 2 0,0-1 0,0 1 0,2 2 0,-1-2 0,1 2 0,-1 2 0,1-3 0,0 3 0,-1 0 0,1 1 0,1-1 0,-1 3 0,1-2 0,-2 2 0,1 0 0,1 2 0,-1-2 0,1 3 0,-1-1 0,-1 1 0,1 0 0,0 3 0,-1-3 0,1 2 0,-1 2 0,1-2 0,-2 2 0,0 1 0,0-1 0,-1 2 0,1-1 0,0 2 0,-2-1 0,1 1 0,-1 0 0,-2 0 0,3 2 0,-3 0 0,1 0 0,-3 0 0,3 0 0,-2 0 0,-2 1 0,1 1 0,0-1 0,-3 1 0,2 0 0,-2-1 0,1 1 0,-2-1 0,1 3 0,-3-3 0,2 3 0,-2-3 0</inkml:trace>
  <inkml:trace contextRef="#ctx1" brushRef="#br0">13944 33364,'1131'-1128</inkml:trace>
  <inkml:trace contextRef="#ctx0" brushRef="#br0" timeOffset="3.55">15558 30656 960,'0'0'4899,"0"4"-4867,0-8-112,0 1 80,0 0-256</inkml:trace>
  <inkml:trace contextRef="#ctx0" brushRef="#br0" timeOffset="3.55">15565 30578 1489,'0'0'5010,"3"-20"-1841,-3 23-2704,0 7-65,0-3 1105,0-3-1009,0-1 144,-3-3 0,3 3-63,0 1-113,0 3-16,0 6-64,-7-3-80,7 4 16,0 3 33,-10 0-17,6 0-96,-3-3-32,4 6 144,0-10-64,-1 4-64,1 3-32,-4-4-47,4 4 15,-1 7-48,-3-4 32,-3 1-80,7 6 48,-7 0-16,3-3 0,0-7-32,-6 0 32,9 3 16,-3-3-48,4-3 16,-7 3-16,6-4-32,-2 1 0,6 10 16,-7-11-16,3 1-16,1-7 0,3 3-16,0-3 0,-7 0 0,7-4 0,-3 4 0,3-4 16,0 7-16,-4 1 0,4-5 0,-6 1 0,2 0 16,4-4 0,-3 4-16,3 3 0,-10-6 32,6 2-64,4-2 64,0-4-64,0 7 48,-7-1-16,7 1 0,-3-3-16,3 6 16,-3-3 0,3 3 0,-7-3 16,7-1-16,-4 1 0,4 0 0,-3-4 0,3 1-16,0-1 16,0 4 0,0 0 0,-7 0 32,7-4-32,-7 11 0,7-14 0,0 3-16,0 7 16,0-10-16,0 7 16,-10-4 0,10 1 16,0 3 0,0-1-16,-3-6 0,3 14 0,0-14-32,0 0 32,0 0 32,0 10-48,0-6 32,0-4-16,0 0-16,0 3 0,0 4 96,0-17-1568,0-18-17,13 1-2305,-6 0-3841</inkml:trace>
  <inkml:trace contextRef="#ctx0" brushRef="#br2" timeOffset="3.55">10146 28611 4594,'0'0'2817,"0"4"-2208,0-4-529,3 0-64,7 0-16,-10 0-32,4 0-449,3 0 850,-7 0 367,0 10 64,-11-7-303,11-3 79,0 3 96,0 4 561,17-7-657,0-10-208,7 7-144,3-7-160,4-4-32,-7 4-32,-1 3 0,-9-3 0,0 6 0,-11 4-32,4 0 32,-7-6-880,0 2-273,-31 4-5922</inkml:trace>
  <inkml:trace contextRef="#ctx0" brushRef="#br2" timeOffset="3.55">10129 28723 1825,'0'0'7107,"112"-44"-6339,-78 24-287,7 3-177,-7 3 176,3 1-32,-3-11 0,0 17 145,-17-3-385,-7 10-160,-6 0-48,-18 0-112,-10 13-400,0 1-593,1 0-336,-8-1-752,4 1-1520</inkml:trace>
  <inkml:trace contextRef="#ctx0" brushRef="#br2" timeOffset="3.55">10146 28863 3249,'0'0'6083,"115"-45"-5426,-88 25-33,4 0-64,0-1-192,-8 8-176,-2-1 64,-1-3 145,1 14-273,-8-8-112,-3 8-16,-6 3-16,3-7-256,-4 7-209,4 0-143,-7 10-2641,-21 4 591</inkml:trace>
  <inkml:trace contextRef="#ctx0" brushRef="#br2" timeOffset="3.55">10214 28924 3602,'0'0'6755,"119"-51"-5571,-75 24-527,3-4-305,-2 4 224,-5 3-128,-12 10-304,-12 14-144,-5 0-16,-11 4-912,-27 20 736,-7 3-977,0 3-416,0-6 65,0 0-353,3-4-720</inkml:trace>
  <inkml:trace contextRef="#ctx0" brushRef="#br2" timeOffset="3.55">10350 28968 4258,'3'0'1633,"7"0"-1297,4 0 944,-4 0-415,10 0-209,4-4 32,3-13-239,1 4-1,-1-1 48,0-3-224,-3 7-192,-7 0-80,0 3-576,-4 0-801,-3 4-1728</inkml:trace>
  <inkml:trace contextRef="#ctx0" brushRef="#br2" timeOffset="3.55">12439 28356 2881,'0'0'7252,"-37"14"-3251,47-14-3760,10-4-65,4-12 48,7 12-160,6-6-48,-6 0-16,-1 3-16,-9 4 16,-11 3-48,0 0-384,-41 13-11254</inkml:trace>
  <inkml:trace contextRef="#ctx0" brushRef="#br2" timeOffset="3.55">12388 28516 6707,'0'0'5363,"122"-37"-4739,-71 16-240,-6-3-32,2 7-224,-6 4-80,-11 3-16,-9 6-32,-11 4-48,-27 14-1472,-10 3 303,-4 0-1072,-10 3-2257</inkml:trace>
  <inkml:trace contextRef="#ctx0" brushRef="#br2" timeOffset="3.55">12565 28557 6867,'0'0'4514,"105"-44"-4274,-71 30-176,0 0-64,-3 8-16,-11-1-320,-6 7-496,-8 0-481,-33 20-6354</inkml:trace>
  <inkml:trace contextRef="#ctx0" brushRef="#br2" timeOffset="3.55">12561 28645 4866,'0'0'3026,"102"-41"-2898,-61 24-128,-10 4-833,-1-1-4017</inkml:trace>
  <inkml:trace contextRef="#ctx0" brushRef="#br2" timeOffset="3.55">14114 28411 480,'0'0'13510,"-54"0"-12101,60 0-1377,15 0 160,6 0-112,4-7-48,-1-3-16,4-1-16,-7 1 0,-10 3-16,7 4-160,-7 0-1409,-7 3-384</inkml:trace>
  <inkml:trace contextRef="#ctx0" brushRef="#br2" timeOffset="3.55">14087 28604 8932,'0'0'5619,"92"-40"-5555,-59 26-64,1 0 0,-6 8-16,-5-5 0,-6 8-128,-3 3-369,-4 0-143,-10 0-480,-27 17-6404</inkml:trace>
  <inkml:trace contextRef="#ctx0" brushRef="#br2" timeOffset="3.55">14155 28676 7187,'0'0'7620,"122"-45"-7492,-95 39-80,7-8-48,-13 4 0,2 7-176,-16-1-881,-3 4-671,-15 21-3363</inkml:trace>
  <inkml:trace contextRef="#ctx0" brushRef="#br2" timeOffset="3.55">14304 28737 7988,'0'0'6130,"112"-41"-5265,-88 27-529,3 8-304,-3-1-32,-4-3-544,1 6-2322,-8 4-2160</inkml:trace>
  <inkml:trace contextRef="#ctx0" brushRef="#br2" timeOffset="3.55">16791 29029 432,'0'0'5939</inkml:trace>
  <inkml:trace contextRef="#ctx0" brushRef="#br2" timeOffset="3.55">16373 28808 9188,'0'0'4194,"41"-13"-3906,0 9-160,0-3-112,-1 4-16,-2-4 0,-8 0-16,-6 4 0,0 3-224,-14 0-448,-7 0-545,-26 0-4257</inkml:trace>
  <inkml:trace contextRef="#ctx0" brushRef="#br2" timeOffset="3.55">16383 28951 7924,'0'0'4162,"102"-24"-3026,-74 10-800,6 4-240,-7 0-96,3-3 16,-9 13-16,-8-7-192,-3 7-784,-23 23-7092</inkml:trace>
  <inkml:trace contextRef="#ctx0" brushRef="#br2" timeOffset="3.55">16513 29019 6163,'0'0'4850,"105"-38"-3409,-75 25-849,-6-1-448,3 7-128,-13 1-32,3 2-16,-7 1-432</inkml:trace>
  <inkml:trace contextRef="#ctx0" brushRef="#br2" timeOffset="3.55">16733 29022 10565,'0'0'2113,"109"-68"-1793,-95 61-320,-11 1-928</inkml:trace>
  <inkml:trace contextRef="#ctx0" brushRef="#br2" timeOffset="3.55">11828 31890 6387,'0'0'3922,"27"0"-3410,-7-14 320,17-3 33,-9-7-225,9 4-128,-6-1 16,-1 8 49,-13-4-401,-3 10-176,-11 7-64,-20 7-5283,0 10 1089</inkml:trace>
  <inkml:trace contextRef="#ctx0" brushRef="#br2" timeOffset="3.55">11817 32012 3858,'0'0'8484,"112"-54"-8068,-61 23-272,-3 4 96,-4 0-48,0 3-144,-13-3-32,-4 20-16,-10 0-48,-17 14-2865,-27 13 2625,-14 11-945,0-1-480,1 1 417,-5 0 1008,1 6 288,17-10 48,0-7-16,13-6 352,14-4 400,0 4-224,17-14-143,14-10 127,3-4 320,7-3 193,3-7-401,-3 4-96,-1-4-208,-6 11 97,-7-4 127,-3 3-208,-14 14-304,-6 0-64,-8 0-896,-23 20 656,-3 11-1153,-8-4-576,-9 7-80,9-7 304,8 11 369,6-18-1266</inkml:trace>
  <inkml:trace contextRef="#ctx0" brushRef="#br2" timeOffset="3.55">12021 32161 1697,'0'0'3281,"99"-40"-1600,-69 23-496,4-7-513,-7 10-272,7-13-64,-13 13-336,3 11-64,-11-7-1521</inkml:trace>
  <inkml:trace contextRef="#ctx0" brushRef="#br2" timeOffset="3.55">14929 31822 320,'0'0'11061,"-57"34"-10917,80-34 272,5-11 449,6-2-49,6-4-400,-2 3-272,2 1-63,-2-4-33,-1 3-32,-3-6-16,-3 10-16,-4-1-337,-10 5-495,-4 6-561,-30 17-4898,-20 13 1057</inkml:trace>
  <inkml:trace contextRef="#ctx0" brushRef="#br2" timeOffset="3.55">14926 32022 1857,'0'0'8516,"122"-64"-7652,-78 43 49,-3-3-305,10-3-400,-7 3-80,-3 4-16,-7 10 0,-14 0-112,-9 10-304,-35 23-3538,-14 5 1073</inkml:trace>
  <inkml:trace contextRef="#ctx0" brushRef="#br2" timeOffset="3.55">15130 32097 5571,'0'0'3905,"136"-58"-3152,-89 31 927,4 0 497,-7 0-768,-3 10-593,-10 3-559,-18 11-257,-9 3-64,-21 20-3122,-31 7 593,-6 14-4434</inkml:trace>
  <inkml:trace contextRef="#ctx0" brushRef="#br0" timeOffset="3.55">12485 35707 3169,'0'0'2754,"-14"17"2400,8-17-3761,2-4-561,1-6-384,-1-4-176,1-3 145,3 4-49,0-1-16,0 4 96,0 3 272,0-3-223,0 7-273,0-1 608,0 21-752,7 10 16,10 11 272,7 13-127,3-7-241,-7-3 32,4-1-16,-11-16 0,1-3 32,-4-11-96,-3-7 32,-4-3 0,1 0-64,-4-3 15,0-18 210,3-9 95,1-4-48,2 0 48,-2-3 16,3-1-32,-4 8-64,7 2-32,-3 5-32,-4 6-48,-3 6 0,7 5-16,-3 6 48,-1 0-64,4 0-32,-7 17-112,13 10 128,-2 14 80,-1-1 128,0 1-176,4-4-16,3-6 0,-11-7-16,1-11 16,3-2-48,-3-5 32,-4-6-16,1 0-112,-1 0 16,4 0 112,3-20 64,0-4 160,1-13-15,-1 3 15,-10 0-96,7-7 32,-1 7-64,-2 4-16,-1 13-64,1 3 16,-1 11-16,0 3-32,-3 13-688,0 8-209,0 2-624,0 5-2384,0-11-3443</inkml:trace>
  <inkml:trace contextRef="#ctx0" brushRef="#br0" timeOffset="3.55">13127 35720 7635,'0'0'7876,"-37"0"-7124,30 0-111,7 0-113,-7 0-80,4 14-144,-1 3-128,4 13-144,0 4 96,0 7-15,0-7-81,14-3-16,3-1-16,13-9-32,-6-8 16,7-13-97,-4 0 97,-3 0 16,-7-10 193,-7-4 31,-3-13 96,-7 3 144,0-6-96,0-4-80,-10 3 16,-11 4-159,-6 0-81,0 3-64,-4 21 0,7-4-112,4 7-49,0 14-303,13 20-80,7 3-593,0-7-511,0 1-2210,13-14-1457</inkml:trace>
  <inkml:trace contextRef="#ctx0" brushRef="#br0" timeOffset="3.55">13423 35635 9300,'0'0'1361,"20"-27"4017,-20 30-4545,3 18-577,11 9 160,6 4 16,4 17-144,7-10-288,-8 3 16,1-10 48,-7-3-64,-3-4 0,-7-7-32,-1-6 16,-6-7-96,-13-14 112,-1-17-704,-13-3 624,3-7 80,11-10 0,-8 3 32,11 0-32,7 7-16,3 0 0,0 4 0,0 3-32,13 3-48,1 10 96,3 7 16,-14 4 128,18 3 0,-8 0-64,4 10 0,0 7 16,-3 10 0,-1-3-48,-2 3 80,-1 1-80,-7-1 144,-3 0-160,0 0 48,0-7-48,-13 1 32,-1-14 17,0-1-49,4-2 16,7-4-32,-4 0-16,0-10-961,7-4 465,0-6 336,0 6 112,14 4-16,-1 7 80,1-1-32,0 4 32,3 0 64,0 17 0,10 3 144,-3 14 0,-1-3 112,5 6-176,-8-9-32,0-5-64,-3-2-48,0-1 0,-7-10-16,1-3 0,-8-3-96,0-4-880,4 0-865,-7-21-1408,0-9-1650</inkml:trace>
  <inkml:trace contextRef="#ctx0" brushRef="#br0" timeOffset="3.55">13976 35628 11253,'0'0'4466,"11"92"-4546,-5-61 112,8 6-16,-4-6 0,-6-1 16,2 1 0,-6-11-32,0 1 128,0-8-16,0-3 64,0-6-144,0-1-32,4-6-1072,9-11 1280,-9 1 400,9 2-79,1-6 47,-1 11-16,-13-1 32,14 3-159,-4 4-209,-6 0-224,9 0 48,1 0-32,-1 0-16,4 0-272,0 0-1457,4-13-1265,-8-8-1472</inkml:trace>
  <inkml:trace contextRef="#ctx0" brushRef="#br0" timeOffset="3.55">14316 35666 10293,'0'0'6115,"48"98"-6035,-28-70-64,-3 2 0,-7-3 96,0 4-80,-3-7 64,-3-1 16,-1-9-80,-3-7 32,0-4-64,0-20-528,0-10 528,0-4 48,-3-9 0,-11-8 80,4 1-16,0 6-16,3 3 48,7 15-128,0 6 80,0 13-96,10-3-48,7 7 48,7 0 128,3 7-16,4 14 112,-1 6-144,1 3 128,-7 8 128,-8-4-16,-2 0 81,-14 0 175,0-4-16,0-9 32,-14-4-111,-6 0-129,-4-11-144,-10-2-128,-6-4-64,-1 0-16,0-4-272,4-6-320,6 0-385,18 0-448,-1 10-1872</inkml:trace>
  <inkml:trace contextRef="#ctx0" brushRef="#br0" timeOffset="3.55">12906 36508 2545,'0'0'9428,"-13"-51"-8675,13 41 95,0 3 257,0 1 2736,0 23-4033,13 10 192,14 14 128,4-1-32,6 4 49,-3-10-65,0-3-64,-7-14-16,-6 7 0,-8-21 0,-6-3 0,-3 0-112,-1-13 64,0-15 400,1-6-192,-4-13-144,0 10 80,0 3-48,0 3-16,0 7-32,0 14 112,0 3 400,0 11-608,0 19-16,3 8 112,11 6 304,3 4-80,-7 0-112,10-14-80,1 0-32,-1-20-64,-3 7 32,0-14-32,0 0 64,0-17 16,0-14 128,-3-3 160,-1 0-31,-3 4-113,-10-4-64,4 13 0,-4 1-48,0 10-48</inkml:trace>
  <inkml:trace contextRef="#ctx0" brushRef="#br0" timeOffset="3.55">13558 36478 12822,'0'0'6531,"41"92"-6467,-24-69 64,7 11 64,-10-10-112,-1-4-16,-6-6-64,0-7 0,-4 0-96,7-7-496,-10-7-1105,0-20-1761,0-11-1728</inkml:trace>
  <inkml:trace contextRef="#ctx0" brushRef="#br0" timeOffset="3.55">13548 36240 6099,'0'0'13222,"0"17"-14887,27-17-176,-3-3-2705</inkml:trace>
  <inkml:trace contextRef="#ctx0" brushRef="#br0" timeOffset="3.55">13813 36430 5026,'0'0'10917,"7"48"-10869,0-21 160,3 7 17,0-3-177,11 2 64,-11-5 16,0-1 32,-7 0-96,4-3 112,-7-11-16,0-6-32,0 0-64,0-14-32,0-10 64,0-10-80,-13 0 0,2-14 48,5 7 48,-5 0 16,11 4 16,0-1-32,0 17-112,0-3 0,11 11 16,-5 2-16,5 4 0,6 0 0,3 0 96,7 10 128,4 18 161,3-5-257,0 8-16,-4-4 0,-6 0-48,-10 4 192,-4-4 176,-10-7 256,0 4-111,0-7-113,-10-3-64,-4-1-64,0 1-32,-13-11-47,-3-3-49,6 0-128,-7 0-80,4 0-32,3-3-304,11-11-257,-1 11 65,14-11-384,0 4-1297,0-3-2578</inkml:trace>
  <inkml:trace contextRef="#ctx0" brushRef="#br0" timeOffset="3.55">14296 36366 9108,'0'0'4370,"-14"0"-4434,14 6 64,0 5 865,0 9 1007,7 4-831,-4 6-481,4 1-304,-7 10-32,7-11 0,-7 1 33,7-4-1,-4 0-64,4-13-64,0-1-112,-1 1-16,5-14-80,2 7 64,4-4 0,0-3 16,4 0 16,-4-3 0,3-7-16,-6-4-416,-1-3-401,-9-3-527,-4-4-1106,0 7-991,-14 0-3410</inkml:trace>
  <inkml:trace contextRef="#ctx0" brushRef="#br0" timeOffset="3.55">14323 36532 11829,'0'0'7172,"95"-20"-7156,-68 16 0,-6 1-32,-4-4-465,-14 7-671,4-10-1201</inkml:trace>
  <inkml:trace contextRef="#ctx0" brushRef="#br0" timeOffset="3.55">14272 36349 416,'0'0'18153,"126"-31"-18153,-89 18-609,-13-1-992,-7 14-2400</inkml:trace>
  <inkml:trace contextRef="#ctx0" brushRef="#br0" timeOffset="3.55">12312 35387 20762,'0'1685'0,"2864"-1685"0,-2864-1685 0,-2864 1685 0</inkml:trace>
  <inkml:trace contextRef="#ctx0" brushRef="#br0" timeOffset="3.55">13519 34166 1441,'0'0'5794,"7"-7"-5201,-3 7 479,-1 0-544,4 0 1233,-7 0-1057,0 0-15,0-3-81,0-1-208,3-6-240,1 0-112,-4 10-32,0-10 16,0 3 2658,0 10-2450,0 11 64,0 6 32,0 1 192,0 2-240,0 1-112,0-3-64,0 16 33,0-6 31,0-1-32,0 7-16,0-9 48,0-1-64,0 0-16,0 0 16,0 7 48,0-7 0,0 7 32,0-3-16,0-4-16,0 0-32,0-3 0,6-4-47,-6-6-65,4 0 32,-4-8-48,0 8 16,0-4-16,0 7 32,0 0 48,0 7 16,0-10 48,0 9-48,0-2-32,0-1-48,0-3 0,0-14 0,0 11-16,0-11 0,0 8 0,0-1 16,0-3 0,0 13-16,0-13 16,0 13 32,0-6 16,0-1 0,0-2-16,0-8-32,0 4 16,0 0-32,0-1 0,0 1-16,0 3 16,0 4 0,0-7 0,0 3 32,0 0-32,0 0 0,0-6 32,0 2-32,0-2 0,0-1 0,0 7 0,0 1 0,0-5 0,0 5 32,0-1-32,0 0 0,0 0 0,0-6 16,0-4-16,0 6 16,0-2-16,0-1 0,0 1-16,0-1 16,0 0 16,0 1 32,3-4 608,-3 3-752,0 7 48,0-6 48,0 3 112,0-4-112,7 4 0,-4-4 32,-3 1-16,0-4-16,0 0 0,0 6-16,0-2 0,0-1 16,7-3 0,-3 0 192,-4 0-224,0 7-80,0 0 112,0 3 192,0-20-96,0 10-47,-4-7-1,-3 0-48,-3 0-16,7 1-16,-7-8 15,3 0-15,-7 1 32,4-1 16,-7 1 0,3-1-16,4 4 0,7 0 0,-7-1-32,10 5 32,-7-5-32,0-2 16,7 13 16,0-14 0,0 14 0,-3-6 16,3 2-16,0 1 32,3 10-416,11 3 320,-1 0 64,14 3 0,-10 1 16,4 0 0,-4-4-16,3 3 0,-6-2-16,-7-1 16,6-3-48,-13-1 32,4-2 0,-1-4-32,4 3 32,-7-3 112,7 0-80,-7 0-32,6-3-48,-2-1-16,6-6 80,-7-3 64,14 2 48,-10-2 0,7-4-32,-8 3 32,5-6-48,-1 0 16,0 6 65,-3 7-97,-7 4 32,3 3-208,1-7-33,-4-7-527,0-3-1697</inkml:trace>
  <inkml:trace contextRef="#ctx0" brushRef="#br0" timeOffset="3.55">13560 34142 5298,'-3'0'8676,"-7"0"-6931,6 0-352,-9 10-417,-1-3-544,-3 17-159,-7-7 47,11 10-240,-8 0 48,1-3-96,6-4-16,1-3 16,6-6-32,0-5 0,7-6 32,0-10-272,0-7 240,10 4 64,1-1 16,-5 4-48,8-4 0,-4 1 32,0-1 0,4 0-32,3 1 16,-4-1-32,1 1 16,-7 13 32,3 0 112,-10 0 48,3 0-32,8 0 0,-1 0 16,-7 13 81,11 1 239,-11-1-256,14 1-64,-7 0 0,4 9-80,3-2 0,-3 3 160,-1 3-47,1-3 31,-1-4-48,-6-7-48,0-2-48,0-8-64,-4-3-64,-3 0-240,0-24-465,0-6-495,0-8-1986,-17 4-5313</inkml:trace>
  <inkml:trace contextRef="#ctx0" brushRef="#br0" timeOffset="3.55">13883 26478 2225,'0'0'9316,"0"30"-3761,0-40-5171,3 10 16,4-3-128,0-8-160,-7 5-48,10-1-32,-6 0 16,9 0-48,-13 4 0,14-7 0,-14 10-16,10-14-3297,-10 7 127,0-3-751</inkml:trace>
  <inkml:trace contextRef="#ctx0" brushRef="#br0" timeOffset="3.55">14063 26321 5571,'0'0'7571,"3"14"-7379,-3-14 80,7 0 465,-3 0-1,-4-4-144,10 1-80,-7-4-111,1 4-113,6-1-96,-7-9-96,7 6 0,1 4-80,-8-1-16,0 4 32,-3-20-9829</inkml:trace>
  <inkml:trace contextRef="#ctx0" brushRef="#br0" timeOffset="3.55">14240 26182 6867,'0'0'8644,"3"3"-8276,7-3 161,-6 0-145,6 0-128,-10 0-176,10-3-32,-3-4-32,3 7 0,-10-3-16,3-1-416,8-6-561,-11 0-864,0-4-1008,0 8-753</inkml:trace>
  <inkml:trace contextRef="#ctx0" brushRef="#br0" timeOffset="3.55">14515 26026 2785,'0'0'11013,"0"13"-10484,0-9 463,3-4-192,4 0-335,3 0-241,4 0-112,-4 0-32,0 0-32,-3 0-48,0-4 112,-4-3-64,1 1 16,2 2 16,-6 1-64,0-4 96,0-3-32,0 3-16,0-3 48,0 7 80,-6-8 64,2 8 48,-3 0-31,1-1-81,-1 1 48,0 3-176,-3-4 16,6 4-32,1 0 144,-4 0-96,-6 0-64,6 0 0,-3 11 0,-1 6 0,5-4-32,-5 11 80,1-4-48,3 1 0,4 2-16,3 1 16,0-3 0,0-1 80,14 4 0,3-4 48,0-3-48,0-7-80,3-6-32,4-4-16,-4 0-32,7 0 32,-6-14-128,-1-6-384,1-7-753,-8 3-896,-6 0-3329</inkml:trace>
  <inkml:trace contextRef="#ctx0" brushRef="#br0" timeOffset="3.55">10047 27181 2321,'0'0'848,"-10"10"1842,10-7-962,0 4-975,0-7-241,0 4-208,0 6-160,0-7-48,0 7 2866,3-10-2290,1-3 32,6-7-111,-7-4-209,8 4-96,-5 0-192,1 3-48,-3-3-48,-1 6 0,-3-6-3826,0 3 1761</inkml:trace>
  <inkml:trace contextRef="#ctx0" brushRef="#br0" timeOffset="3.55">10180 27011 8756,'0'0'4994,"13"-37"-4946,-6 30-48,0 3-16,-4 1-176,1 3-592,-4-10-609,0 0-432,0 3-1552</inkml:trace>
  <inkml:trace contextRef="#ctx0" brushRef="#br0" timeOffset="3.55">10292 26841 9236,'0'0'5027,"17"-44"-5027,-10 30-257,3 4-863,-10 0-705,3 3-368</inkml:trace>
  <inkml:trace contextRef="#ctx0" brushRef="#br0" timeOffset="3.55">10367 26647 6195,'0'0'6339,"17"-20"-8932</inkml:trace>
  <inkml:trace contextRef="#ctx0" brushRef="#br0" timeOffset="3.55">10557 26607 4626,'0'0'4226,"30"0"-3810,-19 0 0,-8 0-95,7 0 47,-6 0 112,2 0-96,-2-4 32,-4-6 33,7 10-17,-7-10 144,0 6 80,0 1 209,0-7-49,0 6-240,0 4 17,-7-10-17,-7 10-64,11 0-32,-7 0-15,-1 0-81,1 0-112,3 0-32,1 0-176,-1 0-16,3 10-48,-6-6 0,10 9 16,-6 1 0,-1 0 16,7 6 48,-4 0 80,4-6-32,0 3 16,0-3-80,0-1-32,4-3 0,9 4-32,1-14-32,3 0 16,7 0-16,-7 0 32,6 0 0,5-14-32,-5-9-208,-6 16-368,-3-7-705,-4 1-1472</inkml:trace>
  <inkml:trace contextRef="#ctx0" brushRef="#br0" timeOffset="3.55">17552 27276 1809,'0'0'9300,"0"20"-9092,0-16 96,0 3 2273,4-7-2416,9-7-97,1 3-64,-7-9-257,3 6-783,0-7-481,0 4-448,-3-7-2064</inkml:trace>
  <inkml:trace contextRef="#ctx0" brushRef="#br0" timeOffset="3.55">17732 27157 8132,'0'0'6131,"17"0"-6196,-7-7 65,1 0-288,-1 1-560,0-8-417,0 4-31,-6 0-1233</inkml:trace>
  <inkml:trace contextRef="#ctx0" brushRef="#br0" timeOffset="3.55">17732 27157 10901,'122'-78'4066,"-108"74"-3874,-4-9-192,0 9-112,4-6-384,-7 4-785,3-8-480,4 0-384,-11 4-3361</inkml:trace>
  <inkml:trace contextRef="#ctx0" brushRef="#br0" timeOffset="3.55">17984 26984 9332,'0'0'4786,"6"7"-5922,8-21-209,0 0-768</inkml:trace>
  <inkml:trace contextRef="#ctx0" brushRef="#br0" timeOffset="3.55">18259 26909 9828,'0'0'3378,"0"10"-3282,7-10-16,3-3 48,3-7 192,-13 10 353,14-7-177,-14 0-208,0 7-112,0-7 96,0 4 160,0-1-111,0-9-65,0 13-64,0-10 64,0 6 48,0 4-112,0-13-32,0 6 64,-14 7-64,14 0-16,-13 0-64,9 0 113,-9 0 159,3 0-64,-4 0-176,7 20 0,-3-20-16,3 14 80,0-1-128,-3 1-16,7 0 64,3-1-32,-7 8 64,7-1 48,0-6-48,0 6-64,10-3 16,4-7 64,3 0 1,7 1-81,-1-8-16,-2-3-32,6 0 16,-3 0-32,-11 0-32,1 0-160,-7-3-353,3-11-447,0-3-801,0 0-2321,-6-3-2401</inkml:trace>
  <inkml:trace contextRef="#ctx0" brushRef="#br0" timeOffset="3.55">10013 30636 6355,'0'0'5923,"-6"14"-4307,6-21-1039,6 3-241,-6 1-272,4-4-64,6 7-80,-3-3-609,3-7-1295,7-1-450,-7 5-2240</inkml:trace>
  <inkml:trace contextRef="#ctx0" brushRef="#br0" timeOffset="3.55">10153 30554 6003,'0'0'6435,"40"-17"-6323,-33 17-16,-3-3-96,-1 3-32,0-3-256,1-1-801,3-3-303,6 7-577</inkml:trace>
  <inkml:trace contextRef="#ctx0" brushRef="#br0" timeOffset="3.55">10350 30486 8052,'0'0'5618,"57"-10"-5554,-29 0-64,-15-4-352,8 4-640,-4 4-913,-4-1-1505</inkml:trace>
  <inkml:trace contextRef="#ctx0" brushRef="#br0" timeOffset="3.55">10608 30398 5731,'0'0'6627,"30"-17"-6579,-16 14-48,-14-7-304,14 3-1105,-1 0-1136</inkml:trace>
  <inkml:trace contextRef="#ctx0" brushRef="#br0" timeOffset="3.55">10764 30337 9508,'0'0'7956,"10"3"-8356,-3-13 288,3 3-16,4-3-240,-4 0-785,4-4-512,-1 8-384,-6 2 96,-4-3-1440</inkml:trace>
  <inkml:trace contextRef="#ctx0" brushRef="#br0" timeOffset="3.55">10764 30337 6147,'88'-65'2225</inkml:trace>
  <inkml:trace contextRef="#ctx0" brushRef="#br0" timeOffset="3.55">9575 30738 6707,'0'0'3650,"27"0"-3410,-17 0-80,-3 0-16,3 0 304,-6 0 32,-4 0 49,0 0 623,13 0-1008,-13-7-48,11 0 16,-8-6-48,-3-1 64,0 1 161,0 9 239,0-6 384,0 3-159,0 0-33,0 4-208,0 0-96,0-4-288,0 3 145,0 4-161,0-3-16,0-4 432,-3 7-336,-8 0-112,-2 0 64,9 7-64,-6-4-48,-7 8-16,7 2 0,-4 4 0,4-7 32,0 4 32,3 6 128,0-6 16,4 3-96,0 7-80,3-11 0,0 8-32,0-1 0,0-6 33,13-1-1,4 1-32,7-11-16,3-3 0,4 0 0,6 0-81,-10-7-319,7-16-1008,-17-5-1250,0 15-3296</inkml:trace>
  <inkml:trace contextRef="#ctx0" brushRef="#br0" timeOffset="3.55">16169 30113 3762,'0'0'10116,"-23"27"-6562,23-24-3570,17-3-3169,-7 0 3345,3 0-128,11-3-32,-10-4 0,13 0-160,-13 1-897,-1-1-480,-6 0-704,0 0-1232</inkml:trace>
  <inkml:trace contextRef="#ctx0" brushRef="#br0" timeOffset="3.55">16377 30072 6947,'0'0'5907,"64"-17"-5907,-47 7-16,0 0-240,4-1-545,-8 5-607,1 2-705,-4 4-1025</inkml:trace>
  <inkml:trace contextRef="#ctx0" brushRef="#br0" timeOffset="3.55">16676 30004 6627,'0'0'6419,"71"-20"-6387,-57 16-32,-1 1-320,-3-7-561,1 10-383,-1-4-705,-4 4-1200</inkml:trace>
  <inkml:trace contextRef="#ctx0" brushRef="#br0" timeOffset="3.55">16893 29946 5971,'0'0'7139,"17"4"-6883,-10-4-144,6 0-112,1-14-96,0 11-800,6-4-1185,-13 4-2209</inkml:trace>
  <inkml:trace contextRef="#ctx0" brushRef="#br0" timeOffset="3.55">17216 29882 5362,'0'0'6980,"54"0"-6836,-30-4 112,-7-6 240,-3 0 32,-1 3-79,-10-3 15,8 7-80,-11-8 0,0 1 96,0 7-15,0-7-209,0 6 96,0-9 0,0 13-64,-14-14-128,1 14 32,-1-3-96,-10-8 80,7 11 32,4 0 49,-11 14-49,10 0-176,7 3-16,-3 6 16,0 8 16,7 6 32,3-6 0,0 3-48,13-10 32,4 3 16,10-7-64,11-16-32,-11 6 16,7-10-128,0 0 0,7-10-513,-11-14-1199,-3-3-2610,-3-4-2658</inkml:trace>
  <inkml:trace contextRef="#ctx0" brushRef="#br0" timeOffset="3.55">14294 33490 6467,'0'0'11797,"0"-58"-9171,3 55-2610,11-8 16,3 11-32,3-3 0,1 3-32,3 0 16,-11 0-48,8 0-81,-11 3 17,-3 18 80,-1-1 32,-6 4 32,0-4 32,0 1-16,-3-8 32,-4-2 49,-6 2-81,2 4 128,1-7 48,0 4-160,7-4-32,-8 4-16,8-8-16,0 5-48,3-1-288,-7 0-4307</inkml:trace>
  <inkml:trace contextRef="#ctx0" brushRef="#br0" timeOffset="3.55">14430 33877 17320,'0'0'5058,"-3"-14"-7155</inkml:trace>
  <inkml:trace contextRef="#ctx0" brushRef="#br1" timeOffset="3.55">12779 28064 2593,'0'0'6995,"0"4"-6738,0-1-17,0 0 32,0 1-160,3-1 32,1-3 240,9 0 4178,-13-3-4482,0-4-96,0 4 32,0-8 16,0 1 0,-7-3 0,1 2 112,6-6-64,-4 4-64,1-1 48,-4 1 32,7 6 16,-3 0 49,-8 7 47,11-7-32,-3 7 112,3 10-528,3 1 432,8 2-112,-8-3-48,7 7-32,-6-3-16,9 0 16,-13-1 0,0-3-32,10 7 32,-10-6 48,0-5-16,0 4-32,0-3 352,4-7-224,-4 0 0,0 0 0,13-7 160,1 7 32,0-10 1,9 4-209,-6 2 0,0-3-64,7 4 80,-7 0-48,-7 3-64,0 0-32,-6 0 0,-18 0-5299,-10 0-4705</inkml:trace>
  <inkml:trace contextRef="#ctx0" brushRef="#br1" timeOffset="3.55">14145 28135 3217,'0'0'11846,"0"-3"-11750,-7 0 16,-3-1-16,3 1 16,0-4-48,-7 4 48,1-8 64,-4 8 0,-4-7-64,8 10-80,-4-10 64,3 10 49,4-7 47,10 7-96,-3 0 240,3 7-544,3-4 240,-3 4-16,14-7-16,-1 3-32,1-3 32,-4 10 32,4-10-32,-4 7 0,0-7 0,0 0 0,-6 4 0,2-4-16,-2 3 144,-4-3-240,7 0 224,-4-7 128,4-3 288,0-7-128,-4 4-208,11-4-80,-14 3-32,6-3 1,1 3-81,0 8 0,-7 2 16</inkml:trace>
  <inkml:trace contextRef="#ctx0" brushRef="#br1" timeOffset="3.55">11563 29804 4322,'0'0'5058,"-4"0"-4738,8-4 1457,-4-6-704,0 7-145,0-11-464,0 0-272,0-13-15,0 14 47,0-15-112,0 8-80,0 0 80,0 3 128,0 7-32,0 3 880,0 17-1023,0 4 47,0 9 192,0-6-224,0 7-64,0 0 48,0-7-32,0 7-16,0-7-16,0-4 48,0 1-48,0-4-16,0-7 16,0-3 16,10 0-272,-7 0 352,11 0 208,-1 0 96,8 0-32,-1 0-144,0 0 48,8-3-95,-8 3-49,4-7-96,-11 4-16,-6 3 0,3-4-32,-6-2 16,3 2-144,-7 4-609,-11 0-4161,-16 0-1665</inkml:trace>
  <inkml:trace contextRef="#ctx0" brushRef="#br1" timeOffset="3.55">11865 31584 2433,'0'0'5811,"3"0"-5043,4 0 65,-7 0-65,0-4 32,0 1-111,0 0-177,0-1-336,0 1-16,-7-1 304,0 1 417,1-4-241,-1 7-128,-7 0 160,1-3-303,-1 3-193,1 0-112,-1 0-16,-3 0-32,3 0 0,4 0-16,0-7 16,7 7 32,3 0 336,0 0-816,10 0 448,-3 7 0,3-4 48,3 4-48,1-7 0,-4 3-16,-6 4 0,9-7 0,1 4 0,-11-1 16,7 0-16,-6-3 32,6 0-32,-3 4-16,-1-4 16,-6 0 448,0-4-448,4-9 128,-1-1 16,4 1-96,-4-8-48,8 4 16,-1 0 16,0-3 0,-3 6 16,-4 4-16,-3 7-16,0-1 384,0 11-736,-10 3-1345,-7-3-2112,3 7-2322</inkml:trace>
  <inkml:trace contextRef="#ctx0" brushRef="#br1" timeOffset="3.55">15272 31455 2513,'0'0'8356,"14"0"-5443,-14-4-2513,0-6-207,0-7-161,0 4 0,-7-1-32,0-6 32,-6-1-32,3-3 16,-7 4 0,3 3 16,1 0-32,2 7 48,8-4 1264,6 28-1200,11 6-32,6-6-32,-6 6-16,-1 1-32,4-8 0,-3 4 0,-7-3 32,3-1-96,-7 1 112,4-4-176,-3 0 256,-1-6-48,-3-1-16,0-3-64,7 0 81,6 0 15,1-7 256,3-6 96,-3-1-272,6-3-32,0 4-80,4 2-32,-3 1 176,-8-3-144,4 6-64,-14 3 0,8 4-64,-35 21-9268</inkml:trace>
  <inkml:trace contextRef="#ctx0" brushRef="#br1" timeOffset="3.55">13241 33418 4450,'0'0'6499,"20"0"-3009,-20 0-3154,-13 0-176,-1 0 80,0 0-112,1 0-48,-11 0-48,7 0-32,-7-3 0,7-4 0,-3 0 128,-4-6-80,0 9 48,7-2 64,4 2-80,3 4 48,-1 0 241,8 0-337,13 0-449,4 4 417,-11 6 0,11-10 48,-1 10-48,1-3 0,3-4 16,0 1-16,3-1-16,-3 0 16,-3 1 16,-1-1 0,4-3-16,-3 4 0,-4-4-32,0 0 0,-10 0 16,0 0-128,0-4 144,0-3 352,0-6 177,4-4-113,-4 3-80,10 1-224,-10-1 0,0-3-64,14-3-16,-11 10-16,7-4-16,-10 11-32,4-1-32,-1 4-192,4 14-4594,-7 6 1392,0 14-5570</inkml:trace>
  <inkml:trace contextRef="#ctx0" brushRef="#br1" timeOffset="3.55">13981 33323 3458,'0'0'7619,"0"7"-6851,0-4 65,0 1 239,0-8-1056,0-9 176,0-1 32,0 1 49,0-1-161,0-6-32,0 3-16,0 3 16,0-3-16,0 17-16,0-13 48,0 9 1361,0 11-1313,0 3 48,0 4-192,0-1 0,0-9-48,0 6 96,0 4-32,0-4 0,0-3 16,0 3-32,0-3 0,0 3-32,0 0 32,0 0 32,0-3 0,4-7-48,3 0-16,-4 0 32,0 0 128,8 0 48,-5 0 0,8 0 80,-4 0 16,7 3 48,4 1-96,-4 6-80,6-7-47,-9 4 79,10-4-80,-11-3-48,-2 0-32,-5 0-16,-6 0-2001,-27 0-2241</inkml:trace>
  <inkml:trace contextRef="#ctx0" brushRef="#br2" timeOffset="3.55">9504 28863 7283,'0'0'6932,"10"-14"-3379,-3 7-2656,-7 4-497,0-4-112,0-3-128,0-4 144,0 1-288,-11-4 16,-2 6 16,3-2-32,-7-1 16,3 4-16,-3 7 0,0 3-16,7 0 16,-7 0-16,14 0-32,-8 0 32,-2 13 64,3 14-32,3 1-32,-3 2 0,6 8 0,-3-8 0,7-3 16,0 0 0,0 1 0,11-5 32,2 1 32,4-3-16,4-4-32,-4 0 16,0-14-32,0-3-16,-4 0-48,8 0 16,-11-3 32,0-18 0,3 8-16,-13-4 0,4 6-64,3 1-304,-7 7-144</inkml:trace>
  <inkml:trace contextRef="#ctx0" brushRef="#br2" timeOffset="3.55">9718 29131 10421,'0'0'7459,"13"-92"-6851,-6 68-383,-3 7-113,2-3 80,-2 10 224,-4 0 128,0 3 961,0 14-1473,7 13 16,-1 4 16,4 13 144,7-3-128,-6-10-80,6 7-48,0-11-192,-4 4-624,-13-4-1169,0-6-1953</inkml:trace>
  <inkml:trace contextRef="#ctx0" brushRef="#br2" timeOffset="3.55">17508 28754 9412,'0'0'7460,"0"-55"-7092,0 35-48,0 10 320,0 0 97,-3-4-193,-14 14-64,3-14-224,0 14-80,-9 0-160,6 0 144,-4 28-144,1-1 112,10 0-96,-1 10-15,8 4-17,3-7 0,0 4 0,7 2-33,17-13 33,3-6-16,3-1 0,1-6-80,0-14-256,-4 0-544,-3 0-801,-7-10-2241,-4-7-2593</inkml:trace>
  <inkml:trace contextRef="#ctx0" brushRef="#br2" timeOffset="3.55">17668 28880 6563,'0'0'9412,"3"0"-9220,-3 16-48,-3 5 193,-1-4 223,1 0-64,3-4-112,0 1-96,0-4-15,0-6-273,7-4-48,3 0 16,3 0 32,8-14 144,-8 7-48,1-3-64,-4 0-32,-3 10 32,-4 0 960,-3 10-688,0 7 80,0 3-63,0 4-193,0 3-80,0 4-48,0-4-48,0 0-96,0-10-689,0-3-1808</inkml:trace>
  <inkml:trace contextRef="#ctx0" brushRef="#br2" timeOffset="3.55">11063 32209 3618,'0'0'10116,"0"-82"-9587,0 69 63,-3-4 240,-11 3 1,1 4-161,-11-4-48,7 11-368,-7-7-160,7 10 96,7 0-32,-4 0-79,7 13 143,-3 11 0,0 7-80,10 6-64,0 4-32,0 7 32,0-8-48,0 4 0,14-6-16,-1-4 0,8-10 0,-4-7 0,3-4-16,4-9-32,0-4-64,6 0-64,-6-4-240,3-13-497,-10 0-527,-7 7-1522</inkml:trace>
  <inkml:trace contextRef="#ctx0" brushRef="#br2" timeOffset="3.55">11243 32331 11093,'0'0'2657,"7"21"-2625,-7-18 48,3 7 16,1-3-32,3-4 16,-1-3-48,1 4 16,7-4 65,-1 0 15,1 0 64,3 0-32,-4 0-64,4 3 32,4-3 16,-8 4-16,1-1 144,-4 0 0,0 8 128,1 2 257,-1 1-113,-7 3-64,-3-4-48,0 1-111,0 0-33,0-8 48,0 11-144,-13-10 0,-1 0-64,-3-7 0,0 0-64,-3 0-64,-1 0-16,8-10-32,2 0-112,5-1-576,6-2-209,0 6-671</inkml:trace>
  <inkml:trace contextRef="#ctx0" brushRef="#br2" timeOffset="3.55">11243 32331 8868</inkml:trace>
  <inkml:trace contextRef="#ctx0" brushRef="#br2" timeOffset="3.55">11243 32331 8868,'61'10'4546,"-61"-20"-3826,0 7-463,0-4 287,0 0 432,4 0-47,6 1-193,3 2-112,4 4-159,0-7-33,4 7-112,-1-3-160,-3 3-160,4 0 0,-4-7-208,-7 7-1345</inkml:trace>
  <inkml:trace contextRef="#ctx0" brushRef="#br2" timeOffset="3.55">15915 32138 2753,'0'0'10245,"17"-21"-8676,-17 14 47,0 1-271,0-1-304,0-7-417,0 4-192,-11 7-80,1-8-192,-3 8-112,6 0-32,-7 3 32,4 0 32,-10 0 16,3 17 16,3 3-32,-6 14-48,6 3 97,0 11-97,4-7-16,4 6 16,6 1-32,0-7 0,6-7 0,11 0 0,10-7 0,1-14-32,9 4-16,-6-13-17,3-4 33,-7 0-80,-7 0-96,4-10-464,-7-7-529,-7 0-399,-10 3-529,-17 0-7027</inkml:trace>
  <inkml:trace contextRef="#ctx0" brushRef="#br2" timeOffset="3.55">16251 32341 7796,'0'0'5746,"-14"-30"-5458,14 23 113,-6 4 319,2 3 64,1 0-224,-4 0 33,0 3-225,-3 14-224,7 3 0,-4 4 0,3 7 64,4-1 32,0 8-32,0-4-16,21 0-31,3-4-49,3-9-112,0-4 0,0-7-48,-3-10-80,0 0-49,-7 0 49,-4-14 128,-9-3 80,-4-7 16,0 4 1,0 3-1,-17 7 32,-11 3 16,11 7-96,-10 0-48,7 4 0,6 19-48,8 1-48,6 7-721,0-1-944,0-6-2993</inkml:trace>
  <inkml:trace contextRef="#ctx0" brushRef="#br1" timeOffset="3.55">10346 27374 4594,'0'0'7235,"-17"-51"-2961,17 55-4338,0 9 64,7 11 144,3 0-96,0-4 48,1 4-64,-5 3-16,1-13-16,-7-7-80,4 0 80,-4-4 145,0-6-306,-11-11 1,1-10 160,-3 7 0,-1-7 32,-3-3 16,7 10 48,3-3-64,4-1 49,-1-2-65,4 9 16,0-6-32,0 3-32,7 0 16,3 3 16,4 7 0,-1-3 0,-2 3 0,-1 7-49,3 0 49,-2 7 33,-1 10-1,0 4 80,0-1-48,-3-3 96,-7-3-96,0 3 16,0-4 48,0-3 240,0 0-32,0-10-112,-3 4 192,-1-4-143,21 0-1682,0 0 1425,-3 0 32,6 0-32,-6 0 32,3 10-32,-4 4-16,4-1 16,-7 1 0,-6-1 0,3-2 48,-7-1 128,0-7 320,0 11-15,-11-1-81,-5-9-48,2 9-32,-6-9-128,6 3-176,-6-7-32,9 0-16,-2 0-80,-4 0-304,10 0-384</inkml:trace>
  <inkml:trace contextRef="#ctx0" brushRef="#br1" timeOffset="3.55">10703 27524 8484,'0'0'5010,"0"-75"-1888,0 82-2594,3 7-144,-3 13 384,14 3-303,0-6-273,-8-3-176,1-8-16,7-3-160,-4-3-593,-3 3-1264,3 0-3121</inkml:trace>
  <inkml:trace contextRef="#ctx0" brushRef="#br1" timeOffset="3.55">14216 26824 6371,'0'0'9364,"-17"-24"-9364,17 38-32,13 10 496,-2 6-79,6 8-241,-4-8-144,1 4 0,-4-7 0,-3-10-16,3-6-32,-10-1-64,3-10 32,-3-7-417,0-7 497,-3-9-48,-7-8 48,0 4 32,-1-7 64,-6 3-96,11 1 48,-8 2 0,11 1-32,3 10-16,0-3 0,0 6-32,0 8-16,17-1 16,-11 0 32,5 7 80,-1 0 0,3 0-32,1 7 64,0 10-96,-8 3 81,1 7-17,0-6 32,-7-1 0,0-6-32,0-1-16,0-9 400,7-4-784,10 0 320,-4 0 16,11 0-16,0 10 32,-7 3-32,3 1 32,-3-7-32,-3 10 0,-4 0 32,-7-4-32,-3 1 64,0 6 144,0-6 80,0 3 224,-10-10 97,-3 3-145,2-3-32,1-4-192,0-3-128,-3 0-112,2 0-64,-9 0-240,13-3-688,7-4-401,-7 7-608</inkml:trace>
  <inkml:trace contextRef="#ctx0" brushRef="#br1" timeOffset="3.55">14634 27028 8740,'0'0'7523,"-21"-44"-7443,21 40-64,0-2 0,0 2-16,7 4 0,7 0 161,-1 0 47,4 0-96,-3 0-80,-4 4-16,7 9 16,-10 1 16,0 3 16,-4 0-32,-3-4 48,0 1 64,0 6 16,-7-3 80,-3-3-64,0-4-32,0-7 48,3 4-64,4-3 0,-4-4 81,14 0-354,3 0 194,7 0 175,0 0-48,-4 0-48,11 3-80,-7 4-48,3-7 0,-6 0-208,3 0-769,7 0-976,-11 0-2337</inkml:trace>
  <inkml:trace contextRef="#ctx0" brushRef="#br1" timeOffset="3.55">16336 27103 5475,'0'0'7555,"-14"-21"-7139,14 28-384,0 13 336,0 8-96,4-5-63,6 8-145,0-7 0,-10 3-32,7-10 16,-7 0-32,0-7 0,0 0 0,0-6 16,0-14-32,0-7 352,0-4-288,0-6-48,-7-4 224,7 4 32,-10-3-160,10-1-96,0 7 16,0-3-32,0 10-32,10-3 32,4 10-64,-1 6 32,1-6 16,-1 10-32,-9 0 16,6 0-96,-10 0 128,3 10 96,1 4 144,-4 3 0,0 0-16,0 0-16,0 3-15,0-10 15,-4-3-32,4 0-64,0-4-48,0 1-208,4-1 144,9-3 0,8 7-80,-4 0 80,7 3 0,-11 0-48,1-7-48,-4 8-48,0 2 0,-6-6 144,-4 3 32,0 0 0,0-6 320,0 6 16,0 0 112,-11-3 96,5 0-207,-5 3-113,1-3-32,-3 0-80,-4-1-112,3 1-32,-3-7-176,10 0-192,0 0-737</inkml:trace>
  <inkml:trace contextRef="#ctx0" brushRef="#br1" timeOffset="3.55">16618 27300 6899,'0'0'6771,"0"-34"-6098,10 34-257,0 0-144,0 0-144,1 13-128,-5-6 32,1 3-32,-3-6 48,2 9-48,-6-6 80,0-4 64,0 4 592,0-3-223,-6 2-369,2-6-80,1 0-64,6 0-609,11 4 609,-4 3 32,0-4-16,4-3 33,-4 10-17,0-6-32,-3 6 48,-7 0 48,0-3 96,0 6 256,-7-2 240,-6 2-128,-8 1-255,1 3-225,-4-17-80,0 10-32,4-7-144,3-3-561,7 0-1136</inkml:trace>
  <inkml:trace contextRef="#ctx0" brushRef="#br1" timeOffset="3.55">12038 30140 8356,'0'0'3890,"0"27"-3698,7-3-80,3 0 48,7-1 0,-3 8 96,-4-7-96,0 3-64,4-10-80,-14-7 16,3 7-32,0-17-16,-3 4 16,7-4-16,-7-4-144,-10-16 160,0 3 16,3-10 32,-6-7 16,-4-4 16,6 8 16,1-1-32,10-3-16,0 14 48,0 3-32,0 0 0,4 13-16,9 1 80,1 3 129,-4 0-129,14 0 96,-11 14-64,4 6 208,-7 4-64,4 0-48,-7-4 96,0 7 33,-7-7-161,0-6-64,0-11-80,0 8-16,0-8 176,0-10-544,3 0 288,7 7-48,4-3 32,3 3-48,7 0 48,-4 0 32,0 0 16,4 3 32,-10 14-48,-4-6 0,-7-1 48,-3 7 128,0 0 64,-3 0 80,-21 0 128,-3 3 129,-10-3-49,6 0-128,-6-7 48,6-3-112,11 0-160,3-7-176,10 0-192,7-7-544,0-10-657,24 0-1072,16 7-512,-2-4-961</inkml:trace>
  <inkml:trace contextRef="#ctx0" brushRef="#br1" timeOffset="3.55">12558 30306 272,'0'0'10837,"0"-13"-5779,0 23-4753,0 0-225,0 4-32,0 6 0,0-6 48,0 3-96,0-14 64,0 11-32,0-11-32,0 4-32,10-7-48,0 0-128,4-7 144,3 0 64,-3-6 16,6-1 32,-7 1-16,-6 9-16,0-3 1712,-7 21-1183,0 10-305,0 10-224,0-4-16,0 8 0,14-4-64,-1-4-288,-6-13-641,10-3-1968</inkml:trace>
  <inkml:trace contextRef="#ctx0" brushRef="#br1" timeOffset="3.55">16339 30643 3362,'0'0'12789,"-20"-17"-12565,20 30-159,0 8 111,3 6-80,7 3-64,-3-6 0,0 3-32,-7-3 16,3-7-16,1-7 0,-4-6-16,0-8-737,0-9 753,0-14 112,0-1-64,0-2 16,-7 3 16,7-7-48,-7 3-16,7 1-16,0 6-16,0 10 0,7 1 16,0 6-64,6 7 0,-2 0-32,-1 0 96,3 20 337,1-6-113,-4 10-128,-3-1-32,-7-6 16,0 4 48,0-8 32,0 1 80,0-4 16,0 4-176,-3-11 0,3 0-48,-4 1 16,14-4-400,7 0 368,0 0 0,4 0 0,3 17 16,-4-14-16,-6 11 0,-8-4-16,4 4 16,-10-1 0,0 1 224,0-4 208,-10 4 129,-10 3-129,0-14-160,3 7-144,-11-3 16,15 0-48,-4-7-112,-4 0-48,11 0-176,3-14-368,7 14-64,-6 0-385</inkml:trace>
  <inkml:trace contextRef="#ctx0" brushRef="#br1" timeOffset="3.55">16710 30843 7684,'0'0'8323,"-21"-10"-8179,18 10-96,-1 10 32,4-6-64,0 9 16,0 1 0,0-11-16,4 7-16,6 1-16,4-8-32,6-3-48,4 0 16,3 0 80,-7 0 96,1 0-80,-8 0 16,1 0 0,-7 0-32,-4 0 16,-3 14 49,0-14 63,0 3 336,0 7 208,0-6-64,0 6-159,-14 3-177,-3-13-160,0 7 48,1 0-144,-5-7 0,8 0-16,2 0-352,1 0-449</inkml:trace>
  <inkml:trace contextRef="#ctx0" brushRef="#br1" timeOffset="3.55">16710 30843 2705</inkml:trace>
  <inkml:trace contextRef="#ctx0" brushRef="#br1" timeOffset="3.55">16710 30843 2705,'17'-37'11702,"-17"33"-9397,0 1-2273,10-4 288,7 4 112,3-4-192,1 4-240,-8 3 0,-3 0-112,0 0-176,-3 0-560,3 0-1137,-10 10-2017</inkml:trace>
  <inkml:trace contextRef="#ctx0" brushRef="#br1" timeOffset="3.55">12194 33656 7411,'0'0'2466,"-6"-10"-2210,19 10 624,-3 14 209,1 6-33,2 11-16,1 3-575,3 3-209,-4 0-16,-2-6-128,2-7-112,-3-4 0,-3-10-32,-3 0-64,2-10-304,-6-10-689,0-3 1345,-17-8-128,-6-6-96,2-7 16,1 4 16,-1-8 17,4 4-49,7 0 32,0 7-32,10 7 0,0 3 0,0 6 0,10-2-32,0 9 0,4-6 16,0 10 240,3 0-16,3 10 304,0 7-16,1-3-368,-4 10 17,-4-4-81,-2-3 64,-5 0-64,-6 0 80,0-7-80,0-3 128,0 0 0,0 3 624,10-10-1264,4 0 384,6 4 32,1 6 32,-4 0-16,3-3 0,-3 3-16,-7-3 0,-3 0 32,-3 3 16,-4-10 176,0 10 80,0-7 129,0 8 31,0 2-32,-17 1-96,3-1-96,-6 1-80,-1-11-80,8 1 1,2-1-33,-2-3-48,13 0-129,-7 0-207</inkml:trace>
  <inkml:trace contextRef="#ctx0" brushRef="#br1" timeOffset="3.55">12704 33809 5362,'0'0'7172,"-20"-30"-6548,9 30 2337,8 0-2224,-4 0-545,7 13-144,-3 4-32,-1 7-32,4 3 16,0 0 0,0-6 16,0 2-16,0 5 0,7-15-16,14 4 0,-1-7 0,4-6-80,3-4 32,-3 0 16,-4 0 48,-3-4 0,0-9 48,-10 9 16,-7-9 16,0 3-32,0-4 288,-14 14 32,-3-10 144,-10 10 1,3 0-97,-3 0-80,10 10-192,4 4-144,13-1-224,0 11-544,0-7-881,17 3-2721,3-6-4482</inkml:trace>
  <inkml:trace contextRef="#ctx0" brushRef="#br1" timeOffset="3.55">15306 29838 4178,'4'-11'12582,"-8"11"-12358,-2 0-64,-1 0-80,-10-10-48,7 7 64,-4 3-64,1 0 16,-4-10 48,3 10-16,0 0 16,4-4 80,3 4-48,1-3-48,2-4-16,1 7-32,10 0-416,3 0 384,0 0 0,7 0 48,-3 0-32,-1 10 0,4-6 0,-7-4-32,4 0 16,6 10-16,-13-10 0,0 0 16,0 0 0,-4 0 0,0 0 192,-3 0-16,4-10 64,-1-4-31,-3 11-33,10-14 48,-10 0 48,0 0-128,0-4 48,0-3 0,0 7-16,4 7-16,-4 4-96,0-1 144,0 14-128,0 9-80,-4 1-112,-19 0-880,6-6-1329,-7-1-4386</inkml:trace>
  <inkml:trace contextRef="#ctx0" brushRef="#br0" timeOffset="3.55">10244 28400 3474,'0'0'5394,"0"4"-4482,0 6 81,7 4 3777,-17-14-4722,-4 0 32,-3 0 64,4 0-32,-4 0-48,0-4 80,-4-6-16,1 0-48,3 3 33,-3 4 63,6-4-144,4 7 128,3-4-48,7 1 288,0-4-816,0 7 400,14 0 16,-8 0 0,1 0 16,7 0 0,-4 0 0,0 0 0,0 0-16,1 0 0,-5 0-64,5 0 32,-1 0 32,-3 7 48,3-4-16,0 1 32,-3 3-64,-4-7 16,4 0-16,-4 0 0,-3 3 32,4-3-32,-4 3-32,3-3 16,1 0-64,2-6 80,1-5 224,3-6-16,-3-6 176,3 9-240,1-10 160,-5 7-144,1 7-128,0-3 0,-4-4-16,4 3-32,-4 11 16,4-1-48,-7 1-1664</inkml:trace>
  <inkml:trace contextRef="#ctx0" brushRef="#br0" timeOffset="3.55">10995 29868 3634,'14'14'12709,"-21"-14"-12324,-7-4-321,-9-6 0,-1 0-64,-3 3 64,3-3-48,-7 7 0,14-8-32,0 8 32,0-4-16,11 4 0,6 3 0,-7 0 0,14 0-448,6 0 464,1 10 16,3-7-32,6 8-16,-9-11 16,3 6 0,7-6 16,-11 7 0,1-7-16,0 0 0,3 0-16,-4 0 16,4 0 0,-3 0-16,-4 0 32,0 0-32,-3 0 16,0 0-64,-4 0 48,1 0-32,-4-7 176,0 4 176,0-11 64,0 11-96,0-7-96,0-4-112,6 1-48,-2-4-16,2 6-48,1-2-224,10-1-576,-10 1-961,0-1-1761</inkml:trace>
  <inkml:trace contextRef="#ctx0" brushRef="#br0" timeOffset="3.55">15935 29759 3746,'0'0'5394,"0"0"-4689,3 14 3841,-3-11-4290,0-3 96,0-3 0,0 0-224,0-14-16,0 0-112,0 0 0,0 3 16,0-3 0,0 3-16,0 4 0,0 4-16,0-1 48,0 14 64,0 9 368,0-2-271,0 6-81,0 1-80,0-4 16,0 0-32,0 3 16,0-13-16,0 7 0,0-4 0,0 3-16,0-13 288,7 0-288,0 0 32,7 0 176,13 0 400,-14 0-96,14 0-304,-10-13-175,7 13 31,-10-14-64,6 1-161,-10 9 1,1-9-768,-11-4-737</inkml:trace>
  <inkml:trace contextRef="#ctx0" brushRef="#br0" timeOffset="3.55">16791 28547 4722,'0'0'4418,"4"17"2401,-15-17-6595,11 0-80,-10-14-112,3 0-32,4 1 177,-4-4-113,0 0 0,1-7 48,-1 7-96,0 3 16,4 4 0,-4 0-16,7 7 352,0 9-464,0 5 224,0-1-80,10 3 16,-3 4-64,0-3 16,-1 0 0,1-4-16,0 0 16,-4-3-16,1 6 0,6-13 0,-7 0-32,-3 7 32,7-7-64,-3 0 0,2 0 48,-2 0 16,-1 0 0,11 0 16,-1 0-16,1-10 48,6-7 208,1 3-176,2 1 32,5-11-16,-5 7-16,5 3-80,-11 8 0,-4 2 0,-9 4-128,-1 0-160</inkml:trace>
  <inkml:trace contextRef="#ctx0" brushRef="#br1" timeOffset="3.55">4927 31852 4194,'0'0'4850,"-57"48"-4786,57-45 64,-11 7 48,8-3 160,3-3-63,-7 6-33,4 0 32,3-7 32,-4 8 3922,32-25-3842,-5-6 224,5-1-159,-1 4-289,7-7 0,-7 7-48,-7 7-80,1-3-32,-11 13-16,-7 0 0,-3 17-1361,-13 6 913,-14 8-1873,-7 0-849,3-1-2608</inkml:trace>
  <inkml:trace contextRef="#ctx0" brushRef="#br1" timeOffset="3.55">4873 32090 3634,'0'0'10853,"65"-34"-10149,-25 14-496,-2-1-128,-4 4-64,3 7-16,-20 3-16,-3 7-192,-14 0-720,0 14-2450,-14 10 2658,-17 6-1153,-2 1-896,2-1 832,4-2 1328,13-8 609,1-6 1169,2-1 3921,35-13-4305,3 0 271,14-20 177,7-4 223,-1-7-271,-6 8-513,0-8-16,-14 14-207,-7 3-177,-13 14-128,-27 17-144,-11 17-32,-13 4-881,0 6-271,6-10 127,8-3-319,6-11 207,21-3 225,3-7-401,0-3 689,17-7 656,13 0 176,1-7 640,-4-6 289,7 2 31,-7 5-63,-3-8-257,-4 0-191,4 1-113,-10-1-288,3 4-128,-7 3-80,-3 0-16,0 7-64,-7 0-256</inkml:trace>
  <inkml:trace contextRef="#ctx0" brushRef="#br1" timeOffset="3.55">13778 34010 8228,'0'0'2673,"71"-99"-2673,-57 85-224,-4 4-2097</inkml:trace>
  <inkml:trace contextRef="#ctx0" brushRef="#br1" timeOffset="3.55">13540 33969 4354,'0'0'3137,"-7"-4"-3121,7-6 0,0 7-16,0 3-16,7 0-160,0-10 3746,-4 10-3090,4 0 209,6 0-209,1-17-144,10 0-32,-4-4-128,4-3 80,6 4-112,-6 0 0,0 3-144,-7 3 0,-3 4 0,-11 10 0,0 0-48,-9 0-2801,-11 10 608,-4-6-2193</inkml:trace>
  <inkml:trace contextRef="#ctx0" brushRef="#br1" timeOffset="3.55">13475 33843 7700,'0'0'6242,"10"0"-5969,18-20-161,9 3 48,0-4-128,1 1-16,-8 3-16,1-3-16,-11 3 0,-6 3-96,-4 11-849,-10-8-431,0 5 191,-7 2-848,-20 4-3233</inkml:trace>
  <inkml:trace contextRef="#ctx0" brushRef="#br1" timeOffset="3.55">13407 33751 8804,'0'0'5138,"140"-74"-5090,-103 53-48,-6 4-16,-4 4-512,-7-1-608,-6-3-609,-14 10-272,0 0-528</inkml:trace>
  <inkml:trace contextRef="#ctx0" brushRef="#br1" timeOffset="3.55">13380 33673 6531,'0'0'5763,"82"-98"-5619,-48 84-112,-7-10-32,-3 11 0,-1-4-16,-6 3-368,-3-6-385,-4 6-447,-6 4-561,-4 3-960</inkml:trace>
  <inkml:trace contextRef="#ctx0" brushRef="#br1" timeOffset="3.55">13380 33534 5811,'0'0'7219,"41"-44"-7059,-21 30-144,4 1 16,7 2-32,-8-2-96,1 3-464,0 6-625,-10-6-816,-1 7-2449</inkml:trace>
  <inkml:trace contextRef="#ctx0" brushRef="#br0" timeOffset="3.55">13163 25846 7619,'0'0'8148,"17"-41"-7940,-14 27 192,4-3 49,-4 0-65,-3 0-32,10 7-112,-10 0-32,0 3-32,0 4-16,4 3 753,-4 0-545,0 17-176,7 13 80,-1 11-176,-6 7 112,11-1-112,-11 4 0,0-3-80,3-4 161,-3-3-177,0-1 112,0-6 0,0-13-64,0-8-48,0-9 16,0-14 16,0-18 96,-10-9 0,-7 0-112,3-4 0,4-10 0,3 10-32,0 0 16,4 4 0,3 0 16,0-1 0,0 4-16,3-3 0,8 6 0,9 1 16,-6 13 32,-1 3 48,-3 4-80,7 10 16,-3 0 16,6 0 32,4 14 48,3 13 64,4 10 32,0 7 16,-4 7-128,-4-7-16,5 4-64,-11-7 48,0-7-16,-7 3 17,0-10-65,-7-3 32,4-7 0,-7-7-48,0-6 0,0-15-865,0-12-79,-17-11-2338,-3 7-2704</inkml:trace>
  <inkml:trace contextRef="#ctx0" brushRef="#br0" timeOffset="3.55">13254 25900 16375,'0'0'6195,"-6"0"-6163,33 0 272,10-3 385,1-1-193,2 1-128,-2-1-64,-8 4-96,-3 0-160,-10 0-32,-13-3-16,-1 3-64,-27 3-7187</inkml:trace>
  <inkml:trace contextRef="#ctx0" brushRef="#br2" timeOffset="3.55">11868 27585 4866,'0'0'8900,"0"-10"-8644,0 7 81,0-4 287,0-3-128,-10-1 96,0-2-143,0 9 31,0-6 48,-7 7-208,13-7 32,-9 6-32,6 4 33,0 0-17,0 0-224,4 0-48,-11 0 208,11 0-192,-7 14-48,-1 3-32,1-4 144,3 15-112,4-5 0,0-2-16,3 6 48,0 0 0,0 0 16,0 0 32,0-6-16,0-4-48,10 7 0,3-11-48,1-3 0,3-3-16,0 3 16,-3-6 0,13-1 32,-10-3-32,-4 0 80,4 0-80,-3 0-16,-7 0-48,3 0-48,-7 0-224,1 0-336,6-7-144,-10-6-401,0-1-928,0 1-1425,0 2-1040</inkml:trace>
  <inkml:trace contextRef="#ctx0" brushRef="#br2" timeOffset="3.55">12140 27721 5475,'0'0'7395,"-47"-7"-6611,47 7-159,0 0-17,-4 0-224,4-7-224,0 4-144,0-7 48,0 0-48,7-1 64,3 5-80,7 2 32,-7-3 48,4 4 0,3 3 0,-7 0-32,4 0 64,-4 10-16,-3 0 273,-1 11-97,1-4-48,-3-4 128,-4 4-144,0 4 192,0-8-96,0 1-32,0-4 1,-4-3-113,-3-4 0,4-3 432,13 0-544,4 0 208,3 0-32,0 0-80,0 0-32,3 0 32,4 0-48,-10 0-31,9 0-49,-9 0-16,-1 0 0,-9 0 0,3 0-113,-4 0-495,-3-6-1233,0-5-1920</inkml:trace>
  <inkml:trace contextRef="#ctx0" brushRef="#br2" timeOffset="3.55">14851 27925 1649,'0'0'496</inkml:trace>
  <inkml:trace contextRef="#ctx0" brushRef="#br2" timeOffset="3.55">14906 27908 3057,'0'0'11430,"0"0"-10822,-11-4-64,5 1-224,-8 0 145,4-1-209,0 4-16,6 0 64,-3 0 0,1 0-96,-1 0 160,0 0-368,7 14 224,-7 3-176,0-4 64,7 15-15,0-8-49,0 0 112,0 8-16,4-11-32,6 3-16,0 0-48,4-10-48,-1 4 0,1 0-48,0-11 32,-4 0 16,0 1 0,7-1 0,-7-3-32,0 0 16,4 0 16,-7 0-272,3 0-257,-10 0 1,10 0-224,-7-10-497,1-4-688,-4 1-208,0-1-640</inkml:trace>
  <inkml:trace contextRef="#ctx0" brushRef="#br2" timeOffset="3.55">15028 28010 6851,'0'0'6291,"13"10"-6211,-9-10 0,6 0 304,0 0 209,0 3-273,-3 8-80,7-1 32,-4-3 64,-3 3-96,6 3-112,-6-6-64,-3 0 0,-1-4 352,-3 1 113,0 2-17,0 1-192,-3-3-208,-1-1 32,1 0 689,13-3-1330,7 0 593,3 0-80,-3 4-16,4 6 80,-4 0-48,-4 0 65,1-3 63,-11 7-32,1-4 32,-4 4 304,0-1 16,0 1-48,-4-1-144,-13 1-111,4-4-81,-8-6-64,1-4-32,0 0-353,-1 0-415,8 0-256,2-11-321,11 8-1168,0-11-1537</inkml:trace>
  <inkml:trace contextRef="#ctx0" brushRef="#br2" timeOffset="3.55">2926 29161 7363,'0'0'7668,"17"14"-6852,-17-21-368,0-3-47,0 0 31,-10-4-96,0 1 16,0 6-16,0-10 32,-7 14-47,3-11-145,7 11 80,-6-1-48,2 4-32,5 0 96,-1 0-96,-7 7-96,11 7-48,-4 6 16,4 0-16,-1 4-16,4-7-16,0 3 0,0 1 48,0-4-48,14 0-16,-7-7 16,10 4 0,0-4 0,-4-3-32,1-4-32,-1-3-16,8 0-80,-8 0-64,1-3 96,-7-8-208,0 1-320,-1-3 79,-6 9-127,0-3-353,0-3-927</inkml:trace>
  <inkml:trace contextRef="#ctx0" brushRef="#br2" timeOffset="3.55">3103 29270 7780,'0'0'8868,"20"0"-8644,-9-13 32,-8-1 80,-3 0 112,0 8 96,0-1 17,0 3 399,0 4 129,3 0-945,8 4-128,-5 16 128,11 4-48,-3 7-80,3-4 16,-3-7-32,-1 1-48,-3-11 32,0 0-64,-10-10-1057,4-20-5618,-4-11 0</inkml:trace>
  <inkml:trace contextRef="#ctx0" brushRef="#br2" timeOffset="3.55">4367 28829 7684,'0'0'4001,"-7"-7"-3472,-3 3 95,6 4 96,-6 0 81,-3-3-193,2 3-160,-6 0-240,4 0 80,-1 0 0,1 0 49,3 3 111,-1 8-80,1-5-48,7 8-112,-1 10-64,1-7 32,3 6-160,0 5-16,0-8 32,3 4-16,11-7-16,0 0-16,3-4 0,0-2-48,-1-1-32,1-10 0,4 0-48,-4 0 64,3 0-432,-6 0-336,3 0-641,-7-10-320,-7-4-528,1-3-736</inkml:trace>
  <inkml:trace contextRef="#ctx0" brushRef="#br2" timeOffset="3.55">4465 28951 7764,'0'0'6242,"0"-4"-6146,0 1-48,0 3 225,4 0 63,-1-7 0,4 0 0,-4 4 32,11-4 16,0 4-159,3 3-33,-4 0-32,4 0 16,0 0-16,-10 10 16,3 0-48,-7-3 128,-3 3 48,0 7 32,0-7 33,0 4-177,0-7 64,-10 3-16,0 0-160,0-6 48,-4-1 32,14 4 0,-3-7 64,6 0-576,14 0 416,0 0-16,0 0 0,4 0-16,-1-7-16,-10 7-16,7-7-16,-3 7-80,-4-3-464,-10-4-1169,0 0-1440</inkml:trace>
  <inkml:trace contextRef="#ctx0" brushRef="#br2" timeOffset="3.55">5814 28767 3265,'0'0'7172,"0"-13"-6260,0 9 129,0-2 159,-7 2-159,1-3-241,-8 4-192,4 0-191,0 3-225,3 0-32,0 0 960,4 0-848,3 10-208,-4 7 289,4 10-353,0 4 48,0-8-48,0 5 0,0-8-16,14 0-16,3-6-16,0-1-17,3-13-79,7 14-48,-6-14-368,9 7 160,-3-4-112,-3-3-273,3 0 33,-10 0-385,-3 0-1040,-4-10-1232</inkml:trace>
  <inkml:trace contextRef="#ctx0" brushRef="#br2" timeOffset="3.55">5994 28876 9348,'0'0'5619,"55"-13"-5315,-38 9-96,-4 4-32,1 0-112,-7 0 192,-1 4 32,-6 9 97,0 7 287,0-3-224,0-3-96,0 0-48,-6-11-111,-1 4-1,7-4 48,7-3-1313,9 0 1073,-2 0 128,-4 7-112,7 0 64,-7 0-64,-3-4 96,0 4-32,-7 3 177,0 0 207,0 4 32,-10 3-160,-7-4-176,-7 1-80,7-4-64,-3-6-16,6-4-16,7 0-112</inkml:trace>
  <inkml:trace contextRef="#ctx0" brushRef="#br2" timeOffset="3.55">7173 29280 5507,'0'0'11077,"-68"-44"-10421,61 44 0,-3 0 81,0 0-97,-4 10-64,1 14-432,-1 7-16,1 10 0,-1-4 80,11 4-192,-1-1 32,4-6 0,0-10-64,10 3 16,14-6-128,3-14-16,7-1-224,0-6-256,7 0-113,-10-13-511,-1-11-865,-9-3-1393,-8-7-2080</inkml:trace>
  <inkml:trace contextRef="#ctx0" brushRef="#br2" timeOffset="3.55">7336 29389 9060,'0'0'9396,"0"65"-9235,0-48-65,0-7 16,0 0 48,0 0 112,0-3-96,0-4-96,0-3-80,7 0-272,13-6 288,-9-11 128,2 10-48,-6-3-48,3-1 0,-10 11-32,4 0 144,-1 0 96,0 7 176,1 7-31,-1 13-33,4 4-256,-4-8-64,-3 1-48,0-7-32,0-7-593,0-6-1263</inkml:trace>
  <inkml:trace contextRef="#ctx0" brushRef="#br2" timeOffset="3.55">3694 31091 4802,'0'0'8820,"-41"-44"-8436,35 34-15,-5-4 63,-2 1 176,3 2 176,-4 8 1,0 3-1,1 0-128,3 10-351,-1 7 111,5 7-336,-5 17-16,8-7 16,3 3-48,0-6 48,7-1-80,10-3 0,3-6-16,4-8 0,7 1-64,-1-11-176,1-3-321,-1 0-143,-2-10-656,-12-10-1394,-2 6-735,-4-6-2194</inkml:trace>
  <inkml:trace contextRef="#ctx0" brushRef="#br2" timeOffset="3.55">3871 31176 13094,'0'0'3394,"0"71"-3394,7-64-16,3-7-81,-3 0-31,-1 0-64,5 0 48,2 0 144,1 0 32,-1 0 48,4 0-64,0 0 48,4 0 0,-8 0 48,1 10 1,-4-3 79,-7-3 320,1 2 48,3-2-224,-7-1 433,0-3-225,0 7 176,0 3-64,-21 0-255,-2 7-337,-1-3-32,-3-7 0,3 3-64,3 4-48,4-14-337,11 0-335,-1 0-865,-3-14-1440,6-10-3010</inkml:trace>
  <inkml:trace contextRef="#ctx0" brushRef="#br2" timeOffset="3.55">3871 31176 12774</inkml:trace>
  <inkml:trace contextRef="#ctx0" brushRef="#br2" timeOffset="3.55">3871 31176 12774,'-31'-17'5202,"28"17"-4241,27 0-929,3 0-16,10 0 0,-13 0 176,0-3-192,-4-4-64,-3 4-545,0-8-431,-10 8-1313</inkml:trace>
  <inkml:trace contextRef="#ctx0" brushRef="#br2" timeOffset="3.55">6150 30938 9172,'0'0'7652,"-34"4"-7348,21-4 16,3 0 0,-4 0 96,-3 0 49,-3 0-1,3 3-80,-7 18-128,4 2-128,-8 11-64,11 4 80,4-4-16,-1-4 48,11 4-64,3-7 64,0-3-128,0-7 17,10 3-65,10-13-65,1 10 49,3-10-16,-4-7-48,0 0 32,-9 0-16,6 0-80,-7 0 48,-3-3-256,-1-4-352,-2 3-321,-1-6-207,-3 0-769</inkml:trace>
  <inkml:trace contextRef="#ctx0" brushRef="#br2" timeOffset="3.55">6286 31166 7716,'0'0'8996,"0"-7"-8228,-6 7-192,-5 0 81,1 0-225,0 0 48,0 14-80,0-1-112,-1 1-80,5 6-144,-5 7-64,11-3 16,0 0-16,0 3 0,0-3-16,14-4 0,6 1-16,4-11-48,0-3 32,-4-7-208,4 0 16,-14 0 80,4 0 144,-7-10 16,-7-4 16,0 0 96,0-3 80,-24 4-16,7 6 64,-3 0-48,3 7-160,6 0-16,5 0-16,-1 17-32,7 10-528,0-6-992,0-4-2274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CD522-5169-47D3-83A6-7F53A401A8D3}"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1129809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CD522-5169-47D3-83A6-7F53A401A8D3}"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2652192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CD522-5169-47D3-83A6-7F53A401A8D3}"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338386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CD522-5169-47D3-83A6-7F53A401A8D3}"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144975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CD522-5169-47D3-83A6-7F53A401A8D3}" type="datetimeFigureOut">
              <a:rPr lang="en-US" smtClean="0"/>
              <a:t>8/9/2025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349205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CD522-5169-47D3-83A6-7F53A401A8D3}" type="datetimeFigureOut">
              <a:rPr lang="en-US" smtClean="0"/>
              <a:t>8/9/2025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221985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CD522-5169-47D3-83A6-7F53A401A8D3}" type="datetimeFigureOut">
              <a:rPr lang="en-US" smtClean="0"/>
              <a:t>8/9/2025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2434144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CD522-5169-47D3-83A6-7F53A401A8D3}"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3323885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CD522-5169-47D3-83A6-7F53A401A8D3}"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3622216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CD522-5169-47D3-83A6-7F53A401A8D3}"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1294339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CD522-5169-47D3-83A6-7F53A401A8D3}"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316A85D-FECF-4B90-B538-7183BD2A7434}"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94926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3CD522-5169-47D3-83A6-7F53A401A8D3}"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31252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3CD522-5169-47D3-83A6-7F53A401A8D3}"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316A85D-FECF-4B90-B538-7183BD2A7434}"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3787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E3CD522-5169-47D3-83A6-7F53A401A8D3}" type="datetimeFigureOut">
              <a:rPr lang="en-US" smtClean="0"/>
              <a:t>8/9/2025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23013725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CD522-5169-47D3-83A6-7F53A401A8D3}"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1788221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CD522-5169-47D3-83A6-7F53A401A8D3}" type="datetimeFigureOut">
              <a:rPr lang="en-US" smtClean="0"/>
              <a:t>8/9/2025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316A85D-FECF-4B90-B538-7183BD2A7434}" type="slidenum">
              <a:rPr lang="en-US" smtClean="0"/>
              <a:t>‹#›</a:t>
            </a:fld>
            <a:endParaRPr lang="en-US"/>
          </a:p>
        </p:txBody>
      </p:sp>
    </p:spTree>
    <p:extLst>
      <p:ext uri="{BB962C8B-B14F-4D97-AF65-F5344CB8AC3E}">
        <p14:creationId xmlns:p14="http://schemas.microsoft.com/office/powerpoint/2010/main" val="1467585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E3CD522-5169-47D3-83A6-7F53A401A8D3}" type="datetimeFigureOut">
              <a:rPr lang="en-US" smtClean="0"/>
              <a:t>8/9/2025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316A85D-FECF-4B90-B538-7183BD2A7434}" type="slidenum">
              <a:rPr lang="en-US" smtClean="0"/>
              <a:t>‹#›</a:t>
            </a:fld>
            <a:endParaRPr lang="en-US"/>
          </a:p>
        </p:txBody>
      </p:sp>
    </p:spTree>
    <p:extLst>
      <p:ext uri="{BB962C8B-B14F-4D97-AF65-F5344CB8AC3E}">
        <p14:creationId xmlns:p14="http://schemas.microsoft.com/office/powerpoint/2010/main" val="37450985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jp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4BB4-CF4B-CED1-5424-B3A76B184CFB}"/>
              </a:ext>
            </a:extLst>
          </p:cNvPr>
          <p:cNvSpPr>
            <a:spLocks noGrp="1"/>
          </p:cNvSpPr>
          <p:nvPr>
            <p:ph type="ctrTitle"/>
          </p:nvPr>
        </p:nvSpPr>
        <p:spPr>
          <a:xfrm>
            <a:off x="2569549" y="2592995"/>
            <a:ext cx="8915399" cy="991962"/>
          </a:xfrm>
        </p:spPr>
        <p:txBody>
          <a:bodyPr/>
          <a:lstStyle/>
          <a:p>
            <a:r>
              <a:rPr lang="sr-Latn-RS" dirty="0"/>
              <a:t>Naivni Bajes</a:t>
            </a:r>
            <a:endParaRPr lang="en-US" dirty="0"/>
          </a:p>
        </p:txBody>
      </p:sp>
      <p:sp>
        <p:nvSpPr>
          <p:cNvPr id="3" name="Subtitle 2">
            <a:extLst>
              <a:ext uri="{FF2B5EF4-FFF2-40B4-BE49-F238E27FC236}">
                <a16:creationId xmlns:a16="http://schemas.microsoft.com/office/drawing/2014/main" id="{318A1915-923D-8C6A-6EAC-4F8D33FB3663}"/>
              </a:ext>
            </a:extLst>
          </p:cNvPr>
          <p:cNvSpPr>
            <a:spLocks noGrp="1"/>
          </p:cNvSpPr>
          <p:nvPr>
            <p:ph type="subTitle" idx="1"/>
          </p:nvPr>
        </p:nvSpPr>
        <p:spPr>
          <a:xfrm>
            <a:off x="2589213" y="3584958"/>
            <a:ext cx="8915399" cy="416772"/>
          </a:xfrm>
        </p:spPr>
        <p:txBody>
          <a:bodyPr>
            <a:normAutofit/>
          </a:bodyPr>
          <a:lstStyle/>
          <a:p>
            <a:r>
              <a:rPr lang="sr-Latn-RS" dirty="0"/>
              <a:t>STATISTIČKA KLASIFIKACIJA</a:t>
            </a:r>
          </a:p>
          <a:p>
            <a:endParaRPr lang="sr-Latn-RS" dirty="0"/>
          </a:p>
          <a:p>
            <a:endParaRPr lang="sr-Latn-RS" dirty="0"/>
          </a:p>
          <a:p>
            <a:endParaRPr lang="sr-Latn-RS" dirty="0"/>
          </a:p>
          <a:p>
            <a:endParaRPr lang="en-US" dirty="0"/>
          </a:p>
        </p:txBody>
      </p:sp>
      <p:sp>
        <p:nvSpPr>
          <p:cNvPr id="4" name="Subtitle 2">
            <a:extLst>
              <a:ext uri="{FF2B5EF4-FFF2-40B4-BE49-F238E27FC236}">
                <a16:creationId xmlns:a16="http://schemas.microsoft.com/office/drawing/2014/main" id="{419F153F-422C-1FBE-24CC-7C86BC4882FC}"/>
              </a:ext>
            </a:extLst>
          </p:cNvPr>
          <p:cNvSpPr txBox="1">
            <a:spLocks/>
          </p:cNvSpPr>
          <p:nvPr/>
        </p:nvSpPr>
        <p:spPr>
          <a:xfrm>
            <a:off x="7795395" y="4966391"/>
            <a:ext cx="4396605" cy="416772"/>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i="1" u="sng" dirty="0">
                <a:solidFill>
                  <a:schemeClr val="tx1"/>
                </a:solidFill>
              </a:rPr>
              <a:t>Student: </a:t>
            </a:r>
            <a:r>
              <a:rPr lang="sr-Latn-RS" i="1" u="sng" dirty="0">
                <a:solidFill>
                  <a:schemeClr val="tx1"/>
                </a:solidFill>
              </a:rPr>
              <a:t>Rastko Lazarević 2022/0247</a:t>
            </a:r>
          </a:p>
          <a:p>
            <a:endParaRPr lang="sr-Latn-RS" dirty="0"/>
          </a:p>
          <a:p>
            <a:endParaRPr lang="sr-Latn-RS" dirty="0"/>
          </a:p>
          <a:p>
            <a:endParaRPr lang="en-US" dirty="0"/>
          </a:p>
        </p:txBody>
      </p:sp>
      <p:sp>
        <p:nvSpPr>
          <p:cNvPr id="5" name="TextBox 4">
            <a:extLst>
              <a:ext uri="{FF2B5EF4-FFF2-40B4-BE49-F238E27FC236}">
                <a16:creationId xmlns:a16="http://schemas.microsoft.com/office/drawing/2014/main" id="{F7452FDC-E0DD-CA47-A232-7DB73A4342E6}"/>
              </a:ext>
            </a:extLst>
          </p:cNvPr>
          <p:cNvSpPr txBox="1"/>
          <p:nvPr/>
        </p:nvSpPr>
        <p:spPr>
          <a:xfrm>
            <a:off x="7795395" y="5314337"/>
            <a:ext cx="4014240" cy="646331"/>
          </a:xfrm>
          <a:prstGeom prst="rect">
            <a:avLst/>
          </a:prstGeom>
          <a:noFill/>
        </p:spPr>
        <p:txBody>
          <a:bodyPr wrap="none" rtlCol="0">
            <a:spAutoFit/>
          </a:bodyPr>
          <a:lstStyle/>
          <a:p>
            <a:r>
              <a:rPr lang="en-US" i="1" u="sng" dirty="0" err="1"/>
              <a:t>Mentori</a:t>
            </a:r>
            <a:r>
              <a:rPr lang="en-US" i="1" u="sng" dirty="0"/>
              <a:t>: prof. dr Tatjana </a:t>
            </a:r>
            <a:r>
              <a:rPr lang="en-US" i="1" u="sng" dirty="0" err="1"/>
              <a:t>Lutovac</a:t>
            </a:r>
            <a:endParaRPr lang="en-US" i="1" u="sng" dirty="0"/>
          </a:p>
          <a:p>
            <a:r>
              <a:rPr lang="en-US" i="1" dirty="0"/>
              <a:t>		</a:t>
            </a:r>
            <a:r>
              <a:rPr lang="en-US" i="1" u="sng" dirty="0"/>
              <a:t> prof. dr Bojana </a:t>
            </a:r>
            <a:r>
              <a:rPr lang="en-US" i="1" u="sng" dirty="0" err="1"/>
              <a:t>Mihailovi</a:t>
            </a:r>
            <a:r>
              <a:rPr lang="sr-Latn-RS" i="1" u="sng" dirty="0"/>
              <a:t>ć</a:t>
            </a:r>
            <a:endParaRPr lang="en-US" i="1" u="sng" dirty="0"/>
          </a:p>
        </p:txBody>
      </p:sp>
      <p:sp>
        <p:nvSpPr>
          <p:cNvPr id="6" name="TextBox 5">
            <a:extLst>
              <a:ext uri="{FF2B5EF4-FFF2-40B4-BE49-F238E27FC236}">
                <a16:creationId xmlns:a16="http://schemas.microsoft.com/office/drawing/2014/main" id="{CA9B24E6-1863-2BB6-7A2E-E0D03F7A3ABB}"/>
              </a:ext>
            </a:extLst>
          </p:cNvPr>
          <p:cNvSpPr txBox="1"/>
          <p:nvPr/>
        </p:nvSpPr>
        <p:spPr>
          <a:xfrm>
            <a:off x="2589213" y="4056594"/>
            <a:ext cx="2755883" cy="369332"/>
          </a:xfrm>
          <a:prstGeom prst="rect">
            <a:avLst/>
          </a:prstGeom>
          <a:noFill/>
        </p:spPr>
        <p:txBody>
          <a:bodyPr wrap="none" rtlCol="0">
            <a:spAutoFit/>
          </a:bodyPr>
          <a:lstStyle/>
          <a:p>
            <a:r>
              <a:rPr lang="sr-Latn-RS" dirty="0"/>
              <a:t>Seminarski rad - MOAR</a:t>
            </a:r>
            <a:endParaRPr lang="en-US" dirty="0"/>
          </a:p>
        </p:txBody>
      </p:sp>
    </p:spTree>
    <p:extLst>
      <p:ext uri="{BB962C8B-B14F-4D97-AF65-F5344CB8AC3E}">
        <p14:creationId xmlns:p14="http://schemas.microsoft.com/office/powerpoint/2010/main" val="1402642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3F9D-5230-8D57-307A-D277A1E9C713}"/>
              </a:ext>
            </a:extLst>
          </p:cNvPr>
          <p:cNvSpPr>
            <a:spLocks noGrp="1"/>
          </p:cNvSpPr>
          <p:nvPr>
            <p:ph type="title"/>
          </p:nvPr>
        </p:nvSpPr>
        <p:spPr/>
        <p:txBody>
          <a:bodyPr/>
          <a:lstStyle/>
          <a:p>
            <a:r>
              <a:rPr lang="sr-Latn-RS" dirty="0"/>
              <a:t>Statističko učenje</a:t>
            </a:r>
            <a:endParaRPr lang="en-US" dirty="0"/>
          </a:p>
        </p:txBody>
      </p:sp>
      <p:sp>
        <p:nvSpPr>
          <p:cNvPr id="3" name="Content Placeholder 2">
            <a:extLst>
              <a:ext uri="{FF2B5EF4-FFF2-40B4-BE49-F238E27FC236}">
                <a16:creationId xmlns:a16="http://schemas.microsoft.com/office/drawing/2014/main" id="{3980F22C-29EE-87F4-5361-C1E59D11E133}"/>
              </a:ext>
            </a:extLst>
          </p:cNvPr>
          <p:cNvSpPr>
            <a:spLocks noGrp="1"/>
          </p:cNvSpPr>
          <p:nvPr>
            <p:ph idx="1"/>
          </p:nvPr>
        </p:nvSpPr>
        <p:spPr>
          <a:xfrm>
            <a:off x="2589212" y="1671484"/>
            <a:ext cx="8915400" cy="3777622"/>
          </a:xfrm>
        </p:spPr>
        <p:txBody>
          <a:bodyPr/>
          <a:lstStyle/>
          <a:p>
            <a:r>
              <a:rPr lang="sr-Latn-RS" b="1" dirty="0"/>
              <a:t>Problemi u kojima vlada visok stepen neizvesnosti.</a:t>
            </a:r>
          </a:p>
          <a:p>
            <a:r>
              <a:rPr lang="sr-Latn-RS" b="1" dirty="0"/>
              <a:t>Različiti tipovi neivesnosti i subjektivnosti.</a:t>
            </a:r>
          </a:p>
          <a:p>
            <a:r>
              <a:rPr lang="sr-Latn-RS" b="1" dirty="0"/>
              <a:t>Standardni logički zakoni nisu dovoljni. </a:t>
            </a:r>
          </a:p>
          <a:p>
            <a:r>
              <a:rPr lang="sr-Latn-RS" b="1" dirty="0"/>
              <a:t>Probabalistički pristup za modelovanje neizvesnosti.</a:t>
            </a:r>
          </a:p>
          <a:p>
            <a:r>
              <a:rPr lang="sr-Latn-RS" b="1" dirty="0"/>
              <a:t>Bajesove mreže.</a:t>
            </a:r>
          </a:p>
          <a:p>
            <a:r>
              <a:rPr lang="sr-Latn-RS" b="1" dirty="0"/>
              <a:t>Kvantifikacija sigurnosti (intervali poverenja, varijansa).</a:t>
            </a:r>
          </a:p>
          <a:p>
            <a:pPr marL="0" indent="0">
              <a:buNone/>
            </a:pPr>
            <a:endParaRPr lang="sr-Latn-RS" b="1" dirty="0"/>
          </a:p>
          <a:p>
            <a:r>
              <a:rPr lang="sr-Latn-RS" b="1" dirty="0">
                <a:solidFill>
                  <a:srgbClr val="FF0000"/>
                </a:solidFill>
              </a:rPr>
              <a:t>Pogled u budućnost.</a:t>
            </a:r>
          </a:p>
          <a:p>
            <a:r>
              <a:rPr lang="sr-Latn-RS" b="1" dirty="0">
                <a:solidFill>
                  <a:srgbClr val="FF0000"/>
                </a:solidFill>
              </a:rPr>
              <a:t>Donošenje odluke.</a:t>
            </a:r>
          </a:p>
          <a:p>
            <a:endParaRPr lang="sr-Latn-RS" b="1" dirty="0"/>
          </a:p>
          <a:p>
            <a:endParaRPr lang="sr-Latn-RS" b="1" dirty="0"/>
          </a:p>
          <a:p>
            <a:pPr marL="0" indent="0">
              <a:buNone/>
            </a:pPr>
            <a:endParaRPr lang="en-US" dirty="0"/>
          </a:p>
        </p:txBody>
      </p:sp>
    </p:spTree>
    <p:extLst>
      <p:ext uri="{BB962C8B-B14F-4D97-AF65-F5344CB8AC3E}">
        <p14:creationId xmlns:p14="http://schemas.microsoft.com/office/powerpoint/2010/main" val="2238641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5EDDC-9DF2-D7D3-A9DF-E9E9C0E82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7AD14-93B2-5E0A-E968-3BAB7CBF4DB7}"/>
              </a:ext>
            </a:extLst>
          </p:cNvPr>
          <p:cNvSpPr>
            <a:spLocks noGrp="1"/>
          </p:cNvSpPr>
          <p:nvPr>
            <p:ph type="title"/>
          </p:nvPr>
        </p:nvSpPr>
        <p:spPr/>
        <p:txBody>
          <a:bodyPr/>
          <a:lstStyle/>
          <a:p>
            <a:r>
              <a:rPr lang="sr-Latn-RS" dirty="0"/>
              <a:t>Statističko učenje</a:t>
            </a:r>
            <a:endParaRPr lang="en-US" dirty="0"/>
          </a:p>
        </p:txBody>
      </p:sp>
      <p:sp>
        <p:nvSpPr>
          <p:cNvPr id="3" name="Content Placeholder 2">
            <a:extLst>
              <a:ext uri="{FF2B5EF4-FFF2-40B4-BE49-F238E27FC236}">
                <a16:creationId xmlns:a16="http://schemas.microsoft.com/office/drawing/2014/main" id="{747DEEFE-DA93-AE95-F70F-A5F2536726BC}"/>
              </a:ext>
            </a:extLst>
          </p:cNvPr>
          <p:cNvSpPr>
            <a:spLocks noGrp="1"/>
          </p:cNvSpPr>
          <p:nvPr>
            <p:ph idx="1"/>
          </p:nvPr>
        </p:nvSpPr>
        <p:spPr>
          <a:xfrm>
            <a:off x="2592924" y="1435510"/>
            <a:ext cx="10110353" cy="5422490"/>
          </a:xfrm>
        </p:spPr>
        <p:txBody>
          <a:bodyPr>
            <a:normAutofit/>
          </a:bodyPr>
          <a:lstStyle/>
          <a:p>
            <a:pPr marL="0" indent="0">
              <a:buNone/>
            </a:pPr>
            <a:r>
              <a:rPr lang="sr-Latn-RS" b="1" dirty="0">
                <a:solidFill>
                  <a:schemeClr val="tx1"/>
                </a:solidFill>
              </a:rPr>
              <a:t>Primene</a:t>
            </a:r>
            <a:r>
              <a:rPr lang="sr-Cyrl-RS" b="1" dirty="0">
                <a:solidFill>
                  <a:schemeClr val="tx1"/>
                </a:solidFill>
              </a:rPr>
              <a:t>:</a:t>
            </a:r>
            <a:endParaRPr lang="sr-Latn-RS" b="1" dirty="0">
              <a:solidFill>
                <a:schemeClr val="tx1"/>
              </a:solidFill>
            </a:endParaRPr>
          </a:p>
          <a:p>
            <a:r>
              <a:rPr lang="sr-Latn-RS" b="1" dirty="0">
                <a:solidFill>
                  <a:srgbClr val="FF0000"/>
                </a:solidFill>
              </a:rPr>
              <a:t>Decision</a:t>
            </a:r>
            <a:r>
              <a:rPr lang="en-US" b="1" dirty="0">
                <a:solidFill>
                  <a:srgbClr val="FF0000"/>
                </a:solidFill>
              </a:rPr>
              <a:t>-</a:t>
            </a:r>
            <a:r>
              <a:rPr lang="sr-Latn-RS" b="1" dirty="0">
                <a:solidFill>
                  <a:srgbClr val="FF0000"/>
                </a:solidFill>
              </a:rPr>
              <a:t>support sistemi</a:t>
            </a:r>
            <a:r>
              <a:rPr lang="sr-Latn-RS" b="1" dirty="0">
                <a:solidFill>
                  <a:schemeClr val="tx1"/>
                </a:solidFill>
              </a:rPr>
              <a:t> -  agent koji donosi odluku.</a:t>
            </a:r>
          </a:p>
          <a:p>
            <a:pPr marL="0" indent="0">
              <a:buNone/>
            </a:pPr>
            <a:r>
              <a:rPr lang="sr-Latn-RS" b="1" dirty="0">
                <a:solidFill>
                  <a:schemeClr val="tx1"/>
                </a:solidFill>
              </a:rPr>
              <a:t>       - Modelovanje rezonovanja. Konačan odgovor sistema ili sugestija.</a:t>
            </a:r>
            <a:endParaRPr lang="sr-Cyrl-RS" b="1" dirty="0">
              <a:solidFill>
                <a:schemeClr val="tx1"/>
              </a:solidFill>
            </a:endParaRPr>
          </a:p>
          <a:p>
            <a:r>
              <a:rPr lang="sr-Latn-RS" b="1" dirty="0">
                <a:solidFill>
                  <a:srgbClr val="FF0000"/>
                </a:solidFill>
              </a:rPr>
              <a:t>Sistemi za d</a:t>
            </a:r>
            <a:r>
              <a:rPr lang="en-US" b="1" dirty="0" err="1">
                <a:solidFill>
                  <a:srgbClr val="FF0000"/>
                </a:solidFill>
              </a:rPr>
              <a:t>etekcij</a:t>
            </a:r>
            <a:r>
              <a:rPr lang="sr-Latn-RS" b="1" dirty="0">
                <a:solidFill>
                  <a:srgbClr val="FF0000"/>
                </a:solidFill>
              </a:rPr>
              <a:t>u</a:t>
            </a:r>
            <a:r>
              <a:rPr lang="en-US" b="1" dirty="0"/>
              <a:t> – </a:t>
            </a:r>
            <a:r>
              <a:rPr lang="en-US" b="1" dirty="0" err="1"/>
              <a:t>stati</a:t>
            </a:r>
            <a:r>
              <a:rPr lang="sr-Latn-RS" b="1" dirty="0"/>
              <a:t>čke ili dinamičke prirode</a:t>
            </a:r>
          </a:p>
          <a:p>
            <a:pPr marL="0" indent="0">
              <a:buNone/>
            </a:pPr>
            <a:r>
              <a:rPr lang="sr-Latn-RS" b="1" dirty="0"/>
              <a:t>      - Sistemi za detekciju otkaza.</a:t>
            </a:r>
          </a:p>
          <a:p>
            <a:pPr marL="0" indent="0">
              <a:buNone/>
            </a:pPr>
            <a:r>
              <a:rPr lang="sr-Latn-RS" b="1" dirty="0"/>
              <a:t>      - Detekcija različitih obrazaca (tekst itd.)</a:t>
            </a:r>
          </a:p>
          <a:p>
            <a:r>
              <a:rPr lang="sr-Latn-RS" b="1" dirty="0">
                <a:solidFill>
                  <a:srgbClr val="FF0000"/>
                </a:solidFill>
              </a:rPr>
              <a:t>Klasifikatorski sistemi</a:t>
            </a:r>
            <a:r>
              <a:rPr lang="sr-Latn-RS" b="1" dirty="0"/>
              <a:t> – najčešće statičke prirode,</a:t>
            </a:r>
          </a:p>
          <a:p>
            <a:pPr marL="0" indent="0">
              <a:buNone/>
            </a:pPr>
            <a:r>
              <a:rPr lang="sr-Latn-RS" b="1" dirty="0"/>
              <a:t>	može i dinamička</a:t>
            </a:r>
          </a:p>
          <a:p>
            <a:pPr marL="0" indent="0">
              <a:buNone/>
            </a:pPr>
            <a:r>
              <a:rPr lang="sr-Latn-RS" b="1" dirty="0"/>
              <a:t>      - Tekstualni podaci, fotografije, sekvence signala.</a:t>
            </a:r>
          </a:p>
          <a:p>
            <a:r>
              <a:rPr lang="sr-Latn-RS" b="1" dirty="0">
                <a:solidFill>
                  <a:srgbClr val="FF0000"/>
                </a:solidFill>
              </a:rPr>
              <a:t>Prediktivni sistemi </a:t>
            </a:r>
            <a:r>
              <a:rPr lang="sr-Latn-RS" b="1" dirty="0">
                <a:solidFill>
                  <a:schemeClr val="tx1"/>
                </a:solidFill>
              </a:rPr>
              <a:t>– najčešće dinamičke prirode,</a:t>
            </a:r>
          </a:p>
          <a:p>
            <a:pPr marL="0" indent="0">
              <a:buNone/>
            </a:pPr>
            <a:r>
              <a:rPr lang="sr-Latn-RS" b="1" dirty="0">
                <a:solidFill>
                  <a:schemeClr val="tx1"/>
                </a:solidFill>
              </a:rPr>
              <a:t>        može i statičke</a:t>
            </a:r>
          </a:p>
          <a:p>
            <a:pPr marL="0" indent="0">
              <a:buNone/>
            </a:pPr>
            <a:r>
              <a:rPr lang="sr-Latn-RS" b="1" dirty="0">
                <a:solidFill>
                  <a:schemeClr val="tx1"/>
                </a:solidFill>
              </a:rPr>
              <a:t>      - Predikcija budućih stanja sistema (kvarovi)</a:t>
            </a:r>
            <a:r>
              <a:rPr lang="en-US" b="1" dirty="0">
                <a:solidFill>
                  <a:schemeClr val="tx1"/>
                </a:solidFill>
              </a:rPr>
              <a:t>.</a:t>
            </a:r>
            <a:r>
              <a:rPr lang="sr-Latn-RS" b="1" dirty="0">
                <a:solidFill>
                  <a:schemeClr val="tx1"/>
                </a:solidFill>
              </a:rPr>
              <a:t>	</a:t>
            </a:r>
            <a:endParaRPr lang="en-US" dirty="0">
              <a:solidFill>
                <a:srgbClr val="FF0000"/>
              </a:solidFill>
            </a:endParaRPr>
          </a:p>
        </p:txBody>
      </p:sp>
    </p:spTree>
    <p:extLst>
      <p:ext uri="{BB962C8B-B14F-4D97-AF65-F5344CB8AC3E}">
        <p14:creationId xmlns:p14="http://schemas.microsoft.com/office/powerpoint/2010/main" val="239238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AD165-6375-E7F1-7AD4-3CD8278CD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23E80-A1DA-D30F-17A7-42CB33CF80AA}"/>
              </a:ext>
            </a:extLst>
          </p:cNvPr>
          <p:cNvSpPr>
            <a:spLocks noGrp="1"/>
          </p:cNvSpPr>
          <p:nvPr>
            <p:ph type="title"/>
          </p:nvPr>
        </p:nvSpPr>
        <p:spPr/>
        <p:txBody>
          <a:bodyPr/>
          <a:lstStyle/>
          <a:p>
            <a:r>
              <a:rPr lang="sr-Latn-RS" dirty="0"/>
              <a:t>Statističko učenje</a:t>
            </a:r>
            <a:endParaRPr lang="en-US" dirty="0"/>
          </a:p>
        </p:txBody>
      </p:sp>
      <p:sp>
        <p:nvSpPr>
          <p:cNvPr id="3" name="Content Placeholder 2">
            <a:extLst>
              <a:ext uri="{FF2B5EF4-FFF2-40B4-BE49-F238E27FC236}">
                <a16:creationId xmlns:a16="http://schemas.microsoft.com/office/drawing/2014/main" id="{5BB688E9-149C-AD10-6787-02A1EB32A042}"/>
              </a:ext>
            </a:extLst>
          </p:cNvPr>
          <p:cNvSpPr>
            <a:spLocks noGrp="1"/>
          </p:cNvSpPr>
          <p:nvPr>
            <p:ph idx="1"/>
          </p:nvPr>
        </p:nvSpPr>
        <p:spPr>
          <a:xfrm>
            <a:off x="2592924" y="1435510"/>
            <a:ext cx="10110353" cy="5422490"/>
          </a:xfrm>
        </p:spPr>
        <p:txBody>
          <a:bodyPr>
            <a:normAutofit/>
          </a:bodyPr>
          <a:lstStyle/>
          <a:p>
            <a:pPr marL="0" indent="0">
              <a:buNone/>
            </a:pPr>
            <a:r>
              <a:rPr lang="sr-Latn-RS" b="1" dirty="0">
                <a:solidFill>
                  <a:schemeClr val="tx1"/>
                </a:solidFill>
              </a:rPr>
              <a:t>Primene i česti modeli realizacije</a:t>
            </a:r>
            <a:r>
              <a:rPr lang="sr-Cyrl-RS" b="1" dirty="0">
                <a:solidFill>
                  <a:schemeClr val="tx1"/>
                </a:solidFill>
              </a:rPr>
              <a:t>:</a:t>
            </a:r>
            <a:r>
              <a:rPr lang="sr-Latn-RS" b="1" dirty="0">
                <a:solidFill>
                  <a:schemeClr val="tx1"/>
                </a:solidFill>
              </a:rPr>
              <a:t>	</a:t>
            </a:r>
          </a:p>
          <a:p>
            <a:r>
              <a:rPr lang="sr-Latn-RS" b="1" dirty="0">
                <a:solidFill>
                  <a:srgbClr val="FF0000"/>
                </a:solidFill>
              </a:rPr>
              <a:t>Klasifikatorski sistemi</a:t>
            </a:r>
            <a:r>
              <a:rPr lang="sr-Latn-RS" b="1" dirty="0"/>
              <a:t> </a:t>
            </a:r>
          </a:p>
          <a:p>
            <a:pPr marL="0" indent="0">
              <a:buNone/>
            </a:pPr>
            <a:r>
              <a:rPr lang="sr-Latn-RS" b="1" dirty="0">
                <a:solidFill>
                  <a:schemeClr val="tx1"/>
                </a:solidFill>
              </a:rPr>
              <a:t>      - Naivni Bajes</a:t>
            </a:r>
          </a:p>
          <a:p>
            <a:r>
              <a:rPr lang="sr-Latn-RS" b="1" dirty="0">
                <a:solidFill>
                  <a:srgbClr val="FF0000"/>
                </a:solidFill>
              </a:rPr>
              <a:t>Prediktivni sistemi i sistemi za d</a:t>
            </a:r>
            <a:r>
              <a:rPr lang="en-US" b="1" dirty="0" err="1">
                <a:solidFill>
                  <a:srgbClr val="FF0000"/>
                </a:solidFill>
              </a:rPr>
              <a:t>etekcij</a:t>
            </a:r>
            <a:r>
              <a:rPr lang="sr-Latn-RS" b="1" dirty="0">
                <a:solidFill>
                  <a:srgbClr val="FF0000"/>
                </a:solidFill>
              </a:rPr>
              <a:t>u</a:t>
            </a:r>
          </a:p>
          <a:p>
            <a:pPr marL="0" indent="0">
              <a:buNone/>
            </a:pPr>
            <a:r>
              <a:rPr lang="sr-Latn-RS" b="1" dirty="0">
                <a:solidFill>
                  <a:srgbClr val="FF0000"/>
                </a:solidFill>
              </a:rPr>
              <a:t>      </a:t>
            </a:r>
            <a:r>
              <a:rPr lang="sr-Latn-RS" b="1" dirty="0">
                <a:solidFill>
                  <a:schemeClr val="tx1"/>
                </a:solidFill>
              </a:rPr>
              <a:t>- HMM – Skriveni Markovljevi lanci</a:t>
            </a:r>
            <a:endParaRPr lang="sr-Latn-RS" b="1" dirty="0">
              <a:solidFill>
                <a:srgbClr val="FF0000"/>
              </a:solidFill>
            </a:endParaRPr>
          </a:p>
          <a:p>
            <a:r>
              <a:rPr lang="sr-Latn-RS" b="1" dirty="0">
                <a:solidFill>
                  <a:srgbClr val="FF0000"/>
                </a:solidFill>
              </a:rPr>
              <a:t>Decision support sistemi</a:t>
            </a:r>
            <a:endParaRPr lang="sr-Latn-RS" b="1" dirty="0">
              <a:solidFill>
                <a:schemeClr val="tx1"/>
              </a:solidFill>
            </a:endParaRPr>
          </a:p>
          <a:p>
            <a:pPr marL="0" indent="0">
              <a:buNone/>
            </a:pPr>
            <a:r>
              <a:rPr lang="sr-Latn-RS" b="1" dirty="0">
                <a:solidFill>
                  <a:schemeClr val="tx1"/>
                </a:solidFill>
              </a:rPr>
              <a:t>      - Različiti tipovi Bajesovih mreža</a:t>
            </a:r>
          </a:p>
          <a:p>
            <a:pPr marL="0" indent="0">
              <a:buNone/>
            </a:pPr>
            <a:r>
              <a:rPr lang="sr-Latn-RS" b="1" dirty="0">
                <a:solidFill>
                  <a:schemeClr val="tx1"/>
                </a:solidFill>
              </a:rPr>
              <a:t>	(zavisno od konkretnog problema)</a:t>
            </a:r>
            <a:endParaRPr lang="en-US" b="1" dirty="0">
              <a:solidFill>
                <a:schemeClr val="tx1"/>
              </a:solidFill>
            </a:endParaRPr>
          </a:p>
          <a:p>
            <a:pPr marL="0" indent="0">
              <a:buNone/>
            </a:pPr>
            <a:endParaRPr lang="en-US" b="1" dirty="0">
              <a:solidFill>
                <a:schemeClr val="tx1"/>
              </a:solidFill>
            </a:endParaRPr>
          </a:p>
          <a:p>
            <a:pPr marL="0" indent="0">
              <a:buNone/>
            </a:pPr>
            <a:r>
              <a:rPr lang="en-US" b="1" dirty="0" err="1">
                <a:solidFill>
                  <a:schemeClr val="tx1"/>
                </a:solidFill>
              </a:rPr>
              <a:t>Zavisno</a:t>
            </a:r>
            <a:r>
              <a:rPr lang="en-US" b="1" dirty="0">
                <a:solidFill>
                  <a:schemeClr val="tx1"/>
                </a:solidFill>
              </a:rPr>
              <a:t> od literature, </a:t>
            </a:r>
            <a:r>
              <a:rPr lang="en-US" b="1" dirty="0" err="1">
                <a:solidFill>
                  <a:schemeClr val="tx1"/>
                </a:solidFill>
              </a:rPr>
              <a:t>pomenuti</a:t>
            </a:r>
            <a:r>
              <a:rPr lang="en-US" b="1" dirty="0">
                <a:solidFill>
                  <a:schemeClr val="tx1"/>
                </a:solidFill>
              </a:rPr>
              <a:t> </a:t>
            </a:r>
            <a:r>
              <a:rPr lang="en-US" b="1" dirty="0" err="1">
                <a:solidFill>
                  <a:schemeClr val="tx1"/>
                </a:solidFill>
              </a:rPr>
              <a:t>modeli</a:t>
            </a:r>
            <a:r>
              <a:rPr lang="en-US" b="1" dirty="0">
                <a:solidFill>
                  <a:schemeClr val="tx1"/>
                </a:solidFill>
              </a:rPr>
              <a:t> </a:t>
            </a:r>
            <a:r>
              <a:rPr lang="sr-Latn-RS" b="1" dirty="0">
                <a:solidFill>
                  <a:schemeClr val="tx1"/>
                </a:solidFill>
              </a:rPr>
              <a:t>se mogu</a:t>
            </a:r>
            <a:r>
              <a:rPr lang="en-US" b="1" dirty="0">
                <a:solidFill>
                  <a:schemeClr val="tx1"/>
                </a:solidFill>
              </a:rPr>
              <a:t> </a:t>
            </a:r>
            <a:r>
              <a:rPr lang="en-US" b="1" dirty="0" err="1">
                <a:solidFill>
                  <a:schemeClr val="tx1"/>
                </a:solidFill>
              </a:rPr>
              <a:t>razli</a:t>
            </a:r>
            <a:r>
              <a:rPr lang="sr-Latn-RS" b="1" dirty="0">
                <a:solidFill>
                  <a:schemeClr val="tx1"/>
                </a:solidFill>
              </a:rPr>
              <a:t>čito okarakterisati.</a:t>
            </a:r>
          </a:p>
          <a:p>
            <a:pPr marL="0" indent="0">
              <a:buNone/>
            </a:pPr>
            <a:r>
              <a:rPr lang="sr-Latn-RS" b="1" dirty="0">
                <a:solidFill>
                  <a:schemeClr val="tx1"/>
                </a:solidFill>
              </a:rPr>
              <a:t>Često se svi smatraju Bajesovim mrežama, ali zbog specifičnosti</a:t>
            </a:r>
          </a:p>
          <a:p>
            <a:pPr marL="0" indent="0">
              <a:buNone/>
            </a:pPr>
            <a:r>
              <a:rPr lang="sr-Latn-RS" b="1" dirty="0">
                <a:solidFill>
                  <a:schemeClr val="tx1"/>
                </a:solidFill>
              </a:rPr>
              <a:t>problema koji rešavaju i ustaljenosti u konkretnim primenama, u nekoj</a:t>
            </a:r>
          </a:p>
          <a:p>
            <a:pPr marL="0" indent="0">
              <a:buNone/>
            </a:pPr>
            <a:r>
              <a:rPr lang="sr-Latn-RS" b="1" dirty="0">
                <a:solidFill>
                  <a:schemeClr val="tx1"/>
                </a:solidFill>
              </a:rPr>
              <a:t>literaturi su okarakterisani kao posebna kategorija.</a:t>
            </a:r>
            <a:endParaRPr lang="en-US" dirty="0">
              <a:solidFill>
                <a:srgbClr val="FF0000"/>
              </a:solidFill>
            </a:endParaRPr>
          </a:p>
        </p:txBody>
      </p:sp>
    </p:spTree>
    <p:extLst>
      <p:ext uri="{BB962C8B-B14F-4D97-AF65-F5344CB8AC3E}">
        <p14:creationId xmlns:p14="http://schemas.microsoft.com/office/powerpoint/2010/main" val="391145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46821-BCD7-B66F-43D6-42E61B0D5121}"/>
              </a:ext>
            </a:extLst>
          </p:cNvPr>
          <p:cNvSpPr>
            <a:spLocks noGrp="1"/>
          </p:cNvSpPr>
          <p:nvPr>
            <p:ph type="title"/>
          </p:nvPr>
        </p:nvSpPr>
        <p:spPr/>
        <p:txBody>
          <a:bodyPr/>
          <a:lstStyle/>
          <a:p>
            <a:r>
              <a:rPr lang="sr-Latn-RS" dirty="0"/>
              <a:t>Verovatnoća i statistika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B456DC-9A64-34FB-2224-E067FB1083C7}"/>
                  </a:ext>
                </a:extLst>
              </p:cNvPr>
              <p:cNvSpPr>
                <a:spLocks noGrp="1"/>
              </p:cNvSpPr>
              <p:nvPr>
                <p:ph idx="1"/>
              </p:nvPr>
            </p:nvSpPr>
            <p:spPr>
              <a:xfrm>
                <a:off x="1946787" y="1376517"/>
                <a:ext cx="10245213" cy="5481484"/>
              </a:xfrm>
            </p:spPr>
            <p:txBody>
              <a:bodyPr>
                <a:normAutofit/>
              </a:bodyPr>
              <a:lstStyle/>
              <a:p>
                <a:r>
                  <a:rPr lang="sr-Latn-RS" b="1" dirty="0">
                    <a:solidFill>
                      <a:schemeClr val="tx1"/>
                    </a:solidFill>
                  </a:rPr>
                  <a:t>U pozadini svih ovih modela koji su naizgled jednostavni i intuitivni, leži strogo fundirana </a:t>
                </a:r>
                <a:r>
                  <a:rPr lang="sr-Latn-RS" b="1" dirty="0">
                    <a:solidFill>
                      <a:srgbClr val="FF0000"/>
                    </a:solidFill>
                  </a:rPr>
                  <a:t>Teorija verovatnoće i statistike. </a:t>
                </a:r>
              </a:p>
              <a:p>
                <a:r>
                  <a:rPr lang="en-US" b="1" dirty="0">
                    <a:solidFill>
                      <a:schemeClr val="tx1"/>
                    </a:solidFill>
                  </a:rPr>
                  <a:t>U </a:t>
                </a:r>
                <a:r>
                  <a:rPr lang="en-US" b="1" dirty="0" err="1">
                    <a:solidFill>
                      <a:schemeClr val="tx1"/>
                    </a:solidFill>
                  </a:rPr>
                  <a:t>kontekstu</a:t>
                </a:r>
                <a:r>
                  <a:rPr lang="en-US" b="1" dirty="0">
                    <a:solidFill>
                      <a:schemeClr val="tx1"/>
                    </a:solidFill>
                  </a:rPr>
                  <a:t> </a:t>
                </a:r>
                <a:r>
                  <a:rPr lang="en-US" b="1" dirty="0" err="1">
                    <a:solidFill>
                      <a:srgbClr val="FF0000"/>
                    </a:solidFill>
                  </a:rPr>
                  <a:t>Bajesovih</a:t>
                </a:r>
                <a:r>
                  <a:rPr lang="en-US" b="1" dirty="0">
                    <a:solidFill>
                      <a:srgbClr val="FF0000"/>
                    </a:solidFill>
                  </a:rPr>
                  <a:t> </a:t>
                </a:r>
                <a:r>
                  <a:rPr lang="en-US" b="1" dirty="0" err="1">
                    <a:solidFill>
                      <a:srgbClr val="FF0000"/>
                    </a:solidFill>
                  </a:rPr>
                  <a:t>mre</a:t>
                </a:r>
                <a:r>
                  <a:rPr lang="sr-Latn-RS" b="1" dirty="0">
                    <a:solidFill>
                      <a:srgbClr val="FF0000"/>
                    </a:solidFill>
                  </a:rPr>
                  <a:t>ža </a:t>
                </a:r>
                <a:r>
                  <a:rPr lang="sr-Latn-RS" b="1" dirty="0">
                    <a:solidFill>
                      <a:schemeClr val="tx1"/>
                    </a:solidFill>
                  </a:rPr>
                  <a:t>iznosimo važne elemente ove teorije:</a:t>
                </a:r>
              </a:p>
              <a:p>
                <a:pPr>
                  <a:buFont typeface="Wingdings" panose="05000000000000000000" pitchFamily="2" charset="2"/>
                  <a:buChar char="q"/>
                </a:pPr>
                <a:r>
                  <a:rPr lang="sr-Latn-RS" b="1" dirty="0">
                    <a:solidFill>
                      <a:srgbClr val="FF0000"/>
                    </a:solidFill>
                  </a:rPr>
                  <a:t>Slučajne promenljive</a:t>
                </a:r>
                <a:r>
                  <a:rPr lang="en-US" b="1" dirty="0">
                    <a:solidFill>
                      <a:srgbClr val="FF0000"/>
                    </a:solidFill>
                  </a:rPr>
                  <a:t>:</a:t>
                </a:r>
                <a:r>
                  <a:rPr lang="sr-Latn-RS" b="1" dirty="0">
                    <a:solidFill>
                      <a:schemeClr val="tx1"/>
                    </a:solidFill>
                  </a:rPr>
                  <a:t> </a:t>
                </a:r>
                <a14:m>
                  <m:oMath xmlns:m="http://schemas.openxmlformats.org/officeDocument/2006/math">
                    <m:r>
                      <a:rPr lang="en-US" b="0" i="0"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𝑨</m:t>
                    </m:r>
                    <m:r>
                      <a:rPr lang="en-US" b="1" i="1" smtClean="0">
                        <a:solidFill>
                          <a:schemeClr val="tx1"/>
                        </a:solidFill>
                        <a:latin typeface="Cambria Math" panose="02040503050406030204" pitchFamily="18" charset="0"/>
                      </a:rPr>
                      <m:t>={</m:t>
                    </m:r>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𝒂</m:t>
                        </m:r>
                      </m:e>
                      <m:sub>
                        <m:r>
                          <a:rPr lang="en-US" b="1" i="1" smtClean="0">
                            <a:solidFill>
                              <a:schemeClr val="tx1"/>
                            </a:solidFill>
                            <a:latin typeface="Cambria Math" panose="02040503050406030204" pitchFamily="18" charset="0"/>
                          </a:rPr>
                          <m:t>𝟏</m:t>
                        </m:r>
                      </m:sub>
                    </m:sSub>
                    <m:r>
                      <a:rPr lang="en-US" b="1" i="1" smtClean="0">
                        <a:solidFill>
                          <a:schemeClr val="tx1"/>
                        </a:solidFill>
                        <a:latin typeface="Cambria Math" panose="02040503050406030204" pitchFamily="18" charset="0"/>
                      </a:rPr>
                      <m:t>,…,</m:t>
                    </m:r>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𝒂</m:t>
                        </m:r>
                      </m:e>
                      <m:sub>
                        <m:r>
                          <a:rPr lang="en-US" b="1" i="1" smtClean="0">
                            <a:solidFill>
                              <a:schemeClr val="tx1"/>
                            </a:solidFill>
                            <a:latin typeface="Cambria Math" panose="02040503050406030204" pitchFamily="18" charset="0"/>
                          </a:rPr>
                          <m:t>𝒏</m:t>
                        </m:r>
                      </m:sub>
                    </m:sSub>
                    <m:r>
                      <a:rPr lang="en-US" b="1" i="1" smtClean="0">
                        <a:solidFill>
                          <a:schemeClr val="tx1"/>
                        </a:solidFill>
                        <a:latin typeface="Cambria Math" panose="02040503050406030204" pitchFamily="18" charset="0"/>
                      </a:rPr>
                      <m:t>}</m:t>
                    </m:r>
                  </m:oMath>
                </a14:m>
                <a:r>
                  <a:rPr lang="en-US" b="1" dirty="0">
                    <a:solidFill>
                      <a:schemeClr val="tx1"/>
                    </a:solidFill>
                  </a:rPr>
                  <a:t> </a:t>
                </a:r>
              </a:p>
              <a:p>
                <a:pPr>
                  <a:buFont typeface="Wingdings" panose="05000000000000000000" pitchFamily="2" charset="2"/>
                  <a:buChar char="q"/>
                </a:pPr>
                <a:r>
                  <a:rPr lang="pl-PL" b="1" dirty="0">
                    <a:solidFill>
                      <a:srgbClr val="FF0000"/>
                    </a:solidFill>
                  </a:rPr>
                  <a:t>Fundamentalna teorema za slučajne promenljive</a:t>
                </a:r>
                <a:r>
                  <a:rPr lang="en-US" b="1" dirty="0">
                    <a:solidFill>
                      <a:srgbClr val="FF0000"/>
                    </a:solidFill>
                  </a:rPr>
                  <a:t> (</a:t>
                </a:r>
                <a:r>
                  <a:rPr lang="en-US" b="1" dirty="0" err="1">
                    <a:solidFill>
                      <a:srgbClr val="FF0000"/>
                    </a:solidFill>
                  </a:rPr>
                  <a:t>uslovna</a:t>
                </a:r>
                <a:r>
                  <a:rPr lang="en-US" b="1" dirty="0">
                    <a:solidFill>
                      <a:srgbClr val="FF0000"/>
                    </a:solidFill>
                  </a:rPr>
                  <a:t> </a:t>
                </a:r>
                <a:r>
                  <a:rPr lang="en-US" b="1" dirty="0" err="1">
                    <a:solidFill>
                      <a:srgbClr val="FF0000"/>
                    </a:solidFill>
                  </a:rPr>
                  <a:t>verovatno</a:t>
                </a:r>
                <a:r>
                  <a:rPr lang="sr-Latn-RS" b="1" dirty="0">
                    <a:solidFill>
                      <a:srgbClr val="FF0000"/>
                    </a:solidFill>
                  </a:rPr>
                  <a:t>ća</a:t>
                </a:r>
                <a:r>
                  <a:rPr lang="en-US" b="1" dirty="0">
                    <a:solidFill>
                      <a:srgbClr val="FF0000"/>
                    </a:solidFill>
                  </a:rPr>
                  <a:t>):</a:t>
                </a:r>
              </a:p>
              <a:p>
                <a:pPr marL="0" indent="0" algn="ctr">
                  <a:buNone/>
                </a:pPr>
                <a14:m>
                  <m:oMathPara xmlns:m="http://schemas.openxmlformats.org/officeDocument/2006/math">
                    <m:oMathParaPr>
                      <m:jc m:val="center"/>
                    </m:oMathParaPr>
                    <m:oMath xmlns:m="http://schemas.openxmlformats.org/officeDocument/2006/math">
                      <m:r>
                        <a:rPr lang="pl-PL" b="1" i="1">
                          <a:solidFill>
                            <a:schemeClr val="tx1"/>
                          </a:solidFill>
                          <a:latin typeface="Cambria Math" panose="02040503050406030204" pitchFamily="18" charset="0"/>
                        </a:rPr>
                        <m:t>𝑷</m:t>
                      </m:r>
                      <m:r>
                        <a:rPr lang="pl-PL" b="1" i="1">
                          <a:solidFill>
                            <a:schemeClr val="tx1"/>
                          </a:solidFill>
                          <a:latin typeface="Cambria Math" panose="02040503050406030204" pitchFamily="18" charset="0"/>
                        </a:rPr>
                        <m:t> (</m:t>
                      </m:r>
                      <m:r>
                        <a:rPr lang="pl-PL" b="1" i="1">
                          <a:solidFill>
                            <a:schemeClr val="tx1"/>
                          </a:solidFill>
                          <a:latin typeface="Cambria Math" panose="02040503050406030204" pitchFamily="18" charset="0"/>
                        </a:rPr>
                        <m:t>𝑨</m:t>
                      </m:r>
                      <m:r>
                        <a:rPr lang="pl-PL" b="1" i="1">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𝑪</m:t>
                      </m:r>
                      <m:r>
                        <a:rPr lang="pl-PL" b="1" i="1">
                          <a:solidFill>
                            <a:schemeClr val="tx1"/>
                          </a:solidFill>
                          <a:latin typeface="Cambria Math" panose="02040503050406030204" pitchFamily="18" charset="0"/>
                        </a:rPr>
                        <m:t>)=</m:t>
                      </m:r>
                      <m:r>
                        <a:rPr lang="pl-PL" b="1" i="1">
                          <a:solidFill>
                            <a:schemeClr val="tx1"/>
                          </a:solidFill>
                          <a:latin typeface="Cambria Math" panose="02040503050406030204" pitchFamily="18" charset="0"/>
                        </a:rPr>
                        <m:t>𝑷</m:t>
                      </m:r>
                      <m:r>
                        <a:rPr lang="pl-PL" b="1" i="1">
                          <a:solidFill>
                            <a:schemeClr val="tx1"/>
                          </a:solidFill>
                          <a:latin typeface="Cambria Math" panose="02040503050406030204" pitchFamily="18" charset="0"/>
                        </a:rPr>
                        <m:t> (</m:t>
                      </m:r>
                      <m:r>
                        <a:rPr lang="pl-PL" b="1" i="1">
                          <a:solidFill>
                            <a:schemeClr val="tx1"/>
                          </a:solidFill>
                          <a:latin typeface="Cambria Math" panose="02040503050406030204" pitchFamily="18" charset="0"/>
                        </a:rPr>
                        <m:t>𝑨</m:t>
                      </m:r>
                      <m:r>
                        <a:rPr lang="pl-PL" b="1" i="1">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𝑪</m:t>
                      </m:r>
                      <m:r>
                        <a:rPr lang="pl-PL" b="1" i="1">
                          <a:solidFill>
                            <a:schemeClr val="tx1"/>
                          </a:solidFill>
                          <a:latin typeface="Cambria Math" panose="02040503050406030204" pitchFamily="18" charset="0"/>
                        </a:rPr>
                        <m:t>)</m:t>
                      </m:r>
                      <m:r>
                        <a:rPr lang="pl-PL" b="1" i="1">
                          <a:solidFill>
                            <a:schemeClr val="tx1"/>
                          </a:solidFill>
                          <a:latin typeface="Cambria Math" panose="02040503050406030204" pitchFamily="18" charset="0"/>
                        </a:rPr>
                        <m:t>𝑷</m:t>
                      </m:r>
                      <m:r>
                        <a:rPr lang="pl-PL" b="1" i="1">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𝑪</m:t>
                      </m:r>
                      <m:r>
                        <a:rPr lang="pl-PL" b="1" i="1">
                          <a:solidFill>
                            <a:schemeClr val="tx1"/>
                          </a:solidFill>
                          <a:latin typeface="Cambria Math" panose="02040503050406030204" pitchFamily="18" charset="0"/>
                        </a:rPr>
                        <m:t>)</m:t>
                      </m:r>
                    </m:oMath>
                  </m:oMathPara>
                </a14:m>
                <a:endParaRPr lang="sr-Latn-RS" b="1" dirty="0">
                  <a:solidFill>
                    <a:schemeClr val="tx1"/>
                  </a:solidFill>
                </a:endParaRPr>
              </a:p>
              <a:p>
                <a:pPr>
                  <a:buFont typeface="Wingdings" panose="05000000000000000000" pitchFamily="2" charset="2"/>
                  <a:buChar char="q"/>
                </a:pPr>
                <a:r>
                  <a:rPr lang="sr-Latn-RS" b="1" dirty="0">
                    <a:solidFill>
                      <a:srgbClr val="FF0000"/>
                    </a:solidFill>
                  </a:rPr>
                  <a:t>(Uslovna) </a:t>
                </a:r>
                <a:r>
                  <a:rPr lang="en-US" b="1" dirty="0" err="1">
                    <a:solidFill>
                      <a:srgbClr val="FF0000"/>
                    </a:solidFill>
                  </a:rPr>
                  <a:t>Nezavisnost</a:t>
                </a:r>
                <a:r>
                  <a:rPr lang="en-US" b="1" dirty="0">
                    <a:solidFill>
                      <a:srgbClr val="FF0000"/>
                    </a:solidFill>
                  </a:rPr>
                  <a:t> </a:t>
                </a:r>
                <a:r>
                  <a:rPr lang="en-US" b="1" dirty="0" err="1">
                    <a:solidFill>
                      <a:srgbClr val="FF0000"/>
                    </a:solidFill>
                  </a:rPr>
                  <a:t>slu</a:t>
                </a:r>
                <a:r>
                  <a:rPr lang="sr-Latn-RS" b="1" dirty="0">
                    <a:solidFill>
                      <a:srgbClr val="FF0000"/>
                    </a:solidFill>
                  </a:rPr>
                  <a:t>čajnih promenljivih</a:t>
                </a:r>
                <a:r>
                  <a:rPr lang="en-US" b="1" dirty="0">
                    <a:solidFill>
                      <a:srgbClr val="FF0000"/>
                    </a:solidFill>
                  </a:rPr>
                  <a:t>: </a:t>
                </a:r>
              </a:p>
              <a:p>
                <a:pPr marL="0" indent="0">
                  <a:buNone/>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𝑷</m:t>
                      </m:r>
                      <m:d>
                        <m:dPr>
                          <m:endChr m:val="|"/>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𝑨</m:t>
                          </m:r>
                          <m:r>
                            <a:rPr lang="en-US" b="1" i="1" smtClean="0">
                              <a:solidFill>
                                <a:schemeClr val="tx1"/>
                              </a:solidFill>
                              <a:latin typeface="Cambria Math" panose="02040503050406030204" pitchFamily="18" charset="0"/>
                            </a:rPr>
                            <m:t> </m:t>
                          </m:r>
                        </m:e>
                      </m:d>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𝑷</m:t>
                      </m:r>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𝑨</m:t>
                          </m:r>
                        </m:e>
                      </m:d>
                      <m:r>
                        <a:rPr lang="en-US" b="1" i="1" smtClean="0">
                          <a:solidFill>
                            <a:schemeClr val="tx1"/>
                          </a:solidFill>
                          <a:latin typeface="Cambria Math" panose="02040503050406030204" pitchFamily="18" charset="0"/>
                        </a:rPr>
                        <m:t> </m:t>
                      </m:r>
                      <m:r>
                        <a:rPr lang="sr-Latn-R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    </m:t>
                      </m:r>
                      <m:r>
                        <a:rPr lang="sr-Latn-RS" b="1" i="1" smtClean="0">
                          <a:solidFill>
                            <a:schemeClr val="tx1"/>
                          </a:solidFill>
                          <a:latin typeface="Cambria Math" panose="02040503050406030204" pitchFamily="18" charset="0"/>
                        </a:rPr>
                        <m:t>          </m:t>
                      </m:r>
                      <m:r>
                        <a:rPr lang="sr-Latn-RS" b="1" i="1" smtClean="0">
                          <a:solidFill>
                            <a:schemeClr val="tx1"/>
                          </a:solidFill>
                          <a:latin typeface="Cambria Math" panose="02040503050406030204" pitchFamily="18" charset="0"/>
                        </a:rPr>
                        <m:t>𝑷</m:t>
                      </m:r>
                      <m:d>
                        <m:dPr>
                          <m:ctrlPr>
                            <a:rPr lang="sr-Latn-RS" b="1" i="1" smtClean="0">
                              <a:solidFill>
                                <a:schemeClr val="tx1"/>
                              </a:solidFill>
                              <a:latin typeface="Cambria Math" panose="02040503050406030204" pitchFamily="18" charset="0"/>
                            </a:rPr>
                          </m:ctrlPr>
                        </m:dPr>
                        <m:e>
                          <m:r>
                            <a:rPr lang="sr-Latn-RS" b="1" i="1" smtClean="0">
                              <a:solidFill>
                                <a:schemeClr val="tx1"/>
                              </a:solidFill>
                              <a:latin typeface="Cambria Math" panose="02040503050406030204" pitchFamily="18" charset="0"/>
                            </a:rPr>
                            <m:t>𝑨</m:t>
                          </m:r>
                          <m:r>
                            <a:rPr lang="sr-Latn-R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𝑪</m:t>
                          </m:r>
                        </m:e>
                      </m:d>
                      <m:r>
                        <a:rPr lang="sr-Latn-RS" b="1" i="1" smtClean="0">
                          <a:solidFill>
                            <a:schemeClr val="tx1"/>
                          </a:solidFill>
                          <a:latin typeface="Cambria Math" panose="02040503050406030204" pitchFamily="18" charset="0"/>
                        </a:rPr>
                        <m:t>=</m:t>
                      </m:r>
                      <m:r>
                        <a:rPr lang="sr-Latn-RS" b="1" i="1" smtClean="0">
                          <a:solidFill>
                            <a:schemeClr val="tx1"/>
                          </a:solidFill>
                          <a:latin typeface="Cambria Math" panose="02040503050406030204" pitchFamily="18" charset="0"/>
                        </a:rPr>
                        <m:t>𝑷</m:t>
                      </m:r>
                      <m:d>
                        <m:dPr>
                          <m:ctrlPr>
                            <a:rPr lang="sr-Latn-RS" b="1" i="1" smtClean="0">
                              <a:solidFill>
                                <a:schemeClr val="tx1"/>
                              </a:solidFill>
                              <a:latin typeface="Cambria Math" panose="02040503050406030204" pitchFamily="18" charset="0"/>
                            </a:rPr>
                          </m:ctrlPr>
                        </m:dPr>
                        <m:e>
                          <m:r>
                            <a:rPr lang="sr-Latn-RS" b="1" i="1" smtClean="0">
                              <a:solidFill>
                                <a:schemeClr val="tx1"/>
                              </a:solidFill>
                              <a:latin typeface="Cambria Math" panose="02040503050406030204" pitchFamily="18" charset="0"/>
                            </a:rPr>
                            <m:t>𝑨</m:t>
                          </m:r>
                        </m:e>
                      </m:d>
                      <m:r>
                        <a:rPr lang="sr-Latn-RS" b="1" i="1" smtClean="0">
                          <a:solidFill>
                            <a:schemeClr val="tx1"/>
                          </a:solidFill>
                          <a:latin typeface="Cambria Math" panose="02040503050406030204" pitchFamily="18" charset="0"/>
                        </a:rPr>
                        <m:t> </m:t>
                      </m:r>
                      <m:r>
                        <a:rPr lang="sr-Latn-RS" b="1" i="1" smtClean="0">
                          <a:solidFill>
                            <a:schemeClr val="tx1"/>
                          </a:solidFill>
                          <a:latin typeface="Cambria Math" panose="02040503050406030204" pitchFamily="18" charset="0"/>
                        </a:rPr>
                        <m:t>𝑷</m:t>
                      </m:r>
                      <m:r>
                        <a:rPr lang="sr-Latn-R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𝑪</m:t>
                      </m:r>
                      <m:r>
                        <a:rPr lang="sr-Latn-R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𝑷</m:t>
                      </m:r>
                      <m:d>
                        <m:dPr>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𝑨</m:t>
                          </m:r>
                          <m:r>
                            <a:rPr lang="en-US" b="1" i="1" smtClean="0">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𝑩</m:t>
                          </m:r>
                          <m:r>
                            <a:rPr lang="en-US" b="1" i="1" smtClean="0">
                              <a:solidFill>
                                <a:schemeClr val="tx1"/>
                              </a:solidFill>
                              <a:latin typeface="Cambria Math" panose="02040503050406030204" pitchFamily="18" charset="0"/>
                            </a:rPr>
                            <m:t> </m:t>
                          </m:r>
                        </m:e>
                        <m:e>
                          <m:r>
                            <a:rPr lang="en-US" b="1" i="1" smtClean="0">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𝑪</m:t>
                          </m:r>
                        </m:e>
                      </m:d>
                      <m:r>
                        <a:rPr lang="en-US" b="1" i="1" smtClean="0">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𝑷</m:t>
                      </m:r>
                      <m:d>
                        <m:dPr>
                          <m:endChr m:val="|"/>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𝑨</m:t>
                          </m:r>
                          <m:r>
                            <a:rPr lang="en-US" b="1" i="1" smtClean="0">
                              <a:solidFill>
                                <a:schemeClr val="tx1"/>
                              </a:solidFill>
                              <a:latin typeface="Cambria Math" panose="02040503050406030204" pitchFamily="18" charset="0"/>
                            </a:rPr>
                            <m:t> </m:t>
                          </m:r>
                        </m:e>
                      </m:d>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𝑪</m:t>
                      </m:r>
                      <m:r>
                        <a:rPr lang="en-US" b="1"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𝑷</m:t>
                      </m:r>
                      <m:d>
                        <m:dPr>
                          <m:endChr m:val="|"/>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𝑩</m:t>
                          </m:r>
                          <m:r>
                            <a:rPr lang="en-US" b="1" i="1" smtClean="0">
                              <a:solidFill>
                                <a:schemeClr val="tx1"/>
                              </a:solidFill>
                              <a:latin typeface="Cambria Math" panose="02040503050406030204" pitchFamily="18" charset="0"/>
                            </a:rPr>
                            <m:t> </m:t>
                          </m:r>
                        </m:e>
                      </m:d>
                      <m:r>
                        <a:rPr lang="en-US" b="1" i="1" smtClean="0">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𝑪</m:t>
                      </m:r>
                      <m:r>
                        <a:rPr lang="en-US" b="1" i="1">
                          <a:solidFill>
                            <a:schemeClr val="tx1"/>
                          </a:solidFill>
                          <a:latin typeface="Cambria Math" panose="02040503050406030204" pitchFamily="18" charset="0"/>
                        </a:rPr>
                        <m:t>)</m:t>
                      </m:r>
                    </m:oMath>
                  </m:oMathPara>
                </a14:m>
                <a:endParaRPr lang="en-US" b="1" dirty="0">
                  <a:solidFill>
                    <a:schemeClr val="tx1"/>
                  </a:solidFill>
                </a:endParaRPr>
              </a:p>
              <a:p>
                <a:pPr>
                  <a:buFont typeface="Wingdings" panose="05000000000000000000" pitchFamily="2" charset="2"/>
                  <a:buChar char="q"/>
                </a:pPr>
                <a:r>
                  <a:rPr lang="pl-PL" b="1" dirty="0">
                    <a:solidFill>
                      <a:srgbClr val="FF0000"/>
                    </a:solidFill>
                  </a:rPr>
                  <a:t>Bajesova formula</a:t>
                </a:r>
                <a:r>
                  <a:rPr lang="en-US" b="1" dirty="0">
                    <a:solidFill>
                      <a:srgbClr val="FF0000"/>
                    </a:solidFill>
                  </a:rPr>
                  <a:t>:</a:t>
                </a:r>
                <a:r>
                  <a:rPr lang="pl-PL" b="1" dirty="0">
                    <a:solidFill>
                      <a:srgbClr val="FF0000"/>
                    </a:solidFill>
                  </a:rPr>
                  <a:t> </a:t>
                </a:r>
                <a:endParaRPr lang="en-US" b="1" dirty="0">
                  <a:solidFill>
                    <a:srgbClr val="FF0000"/>
                  </a:solidFill>
                </a:endParaRPr>
              </a:p>
              <a:p>
                <a:pPr marL="0" indent="0" algn="ctr">
                  <a:buNone/>
                </a:pPr>
                <a14:m>
                  <m:oMathPara xmlns:m="http://schemas.openxmlformats.org/officeDocument/2006/math">
                    <m:oMathParaPr>
                      <m:jc m:val="centerGroup"/>
                    </m:oMathParaPr>
                    <m:oMath xmlns:m="http://schemas.openxmlformats.org/officeDocument/2006/math">
                      <m:r>
                        <a:rPr lang="sr-Latn-RS" b="1" i="1" smtClean="0">
                          <a:solidFill>
                            <a:schemeClr val="tx1"/>
                          </a:solidFill>
                          <a:latin typeface="Cambria Math" panose="02040503050406030204" pitchFamily="18" charset="0"/>
                        </a:rPr>
                        <m:t>𝑷</m:t>
                      </m:r>
                      <m:d>
                        <m:dPr>
                          <m:endChr m:val="|"/>
                          <m:ctrlPr>
                            <a:rPr lang="sr-Latn-RS" b="1" i="1" smtClean="0">
                              <a:solidFill>
                                <a:schemeClr val="tx1"/>
                              </a:solidFill>
                              <a:latin typeface="Cambria Math" panose="02040503050406030204" pitchFamily="18" charset="0"/>
                            </a:rPr>
                          </m:ctrlPr>
                        </m:dPr>
                        <m:e>
                          <m:r>
                            <a:rPr lang="sr-Latn-RS" b="1" i="1" smtClean="0">
                              <a:solidFill>
                                <a:schemeClr val="tx1"/>
                              </a:solidFill>
                              <a:latin typeface="Cambria Math" panose="02040503050406030204" pitchFamily="18" charset="0"/>
                            </a:rPr>
                            <m:t>𝑨</m:t>
                          </m:r>
                          <m:r>
                            <a:rPr lang="en-US" b="1" i="1" smtClean="0">
                              <a:solidFill>
                                <a:schemeClr val="tx1"/>
                              </a:solidFill>
                              <a:latin typeface="Cambria Math" panose="02040503050406030204" pitchFamily="18" charset="0"/>
                            </a:rPr>
                            <m:t> </m:t>
                          </m:r>
                        </m:e>
                      </m:d>
                      <m:r>
                        <a:rPr lang="en-US" b="1" i="1" smtClean="0">
                          <a:solidFill>
                            <a:schemeClr val="tx1"/>
                          </a:solidFill>
                          <a:latin typeface="Cambria Math" panose="02040503050406030204" pitchFamily="18" charset="0"/>
                        </a:rPr>
                        <m:t> </m:t>
                      </m:r>
                      <m:r>
                        <a:rPr lang="en-US" b="1" i="1" smtClean="0">
                          <a:solidFill>
                            <a:schemeClr val="tx1"/>
                          </a:solidFill>
                          <a:latin typeface="Cambria Math" panose="02040503050406030204" pitchFamily="18" charset="0"/>
                        </a:rPr>
                        <m:t>𝑪</m:t>
                      </m:r>
                      <m:r>
                        <a:rPr lang="sr-Latn-R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m:t>
                      </m:r>
                      <m:f>
                        <m:fPr>
                          <m:ctrlPr>
                            <a:rPr lang="en-US" b="1" i="1" smtClean="0">
                              <a:solidFill>
                                <a:schemeClr val="tx1"/>
                              </a:solidFill>
                              <a:latin typeface="Cambria Math" panose="02040503050406030204" pitchFamily="18" charset="0"/>
                            </a:rPr>
                          </m:ctrlPr>
                        </m:fPr>
                        <m:num>
                          <m:r>
                            <a:rPr lang="en-US" b="1" i="1" smtClean="0">
                              <a:solidFill>
                                <a:schemeClr val="tx1"/>
                              </a:solidFill>
                              <a:latin typeface="Cambria Math" panose="02040503050406030204" pitchFamily="18" charset="0"/>
                            </a:rPr>
                            <m:t>𝑷</m:t>
                          </m:r>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𝑪</m:t>
                              </m:r>
                            </m:e>
                            <m:e>
                              <m:r>
                                <a:rPr lang="en-US" b="1" i="1" smtClean="0">
                                  <a:solidFill>
                                    <a:schemeClr val="tx1"/>
                                  </a:solidFill>
                                  <a:latin typeface="Cambria Math" panose="02040503050406030204" pitchFamily="18" charset="0"/>
                                </a:rPr>
                                <m:t>𝑨</m:t>
                              </m:r>
                            </m:e>
                          </m:d>
                          <m:r>
                            <a:rPr lang="en-US" b="1" i="1" smtClean="0">
                              <a:solidFill>
                                <a:schemeClr val="tx1"/>
                              </a:solidFill>
                              <a:latin typeface="Cambria Math" panose="02040503050406030204" pitchFamily="18" charset="0"/>
                            </a:rPr>
                            <m:t>𝑷</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𝑨</m:t>
                          </m:r>
                          <m:r>
                            <a:rPr lang="en-US" b="1" i="1" smtClean="0">
                              <a:solidFill>
                                <a:schemeClr val="tx1"/>
                              </a:solidFill>
                              <a:latin typeface="Cambria Math" panose="02040503050406030204" pitchFamily="18" charset="0"/>
                            </a:rPr>
                            <m:t>)</m:t>
                          </m:r>
                        </m:num>
                        <m:den>
                          <m:r>
                            <a:rPr lang="en-US" b="1" i="1" smtClean="0">
                              <a:solidFill>
                                <a:schemeClr val="tx1"/>
                              </a:solidFill>
                              <a:latin typeface="Cambria Math" panose="02040503050406030204" pitchFamily="18" charset="0"/>
                            </a:rPr>
                            <m:t>𝑷</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den>
                      </m:f>
                    </m:oMath>
                  </m:oMathPara>
                </a14:m>
                <a:endParaRPr lang="en-US" b="1" dirty="0">
                  <a:solidFill>
                    <a:schemeClr val="tx1"/>
                  </a:solidFill>
                </a:endParaRPr>
              </a:p>
              <a:p>
                <a:pPr>
                  <a:buFont typeface="Wingdings" panose="05000000000000000000" pitchFamily="2" charset="2"/>
                  <a:buChar char="q"/>
                </a:pPr>
                <a:r>
                  <a:rPr lang="pl-PL" b="1" dirty="0">
                    <a:solidFill>
                      <a:srgbClr val="FF0000"/>
                    </a:solidFill>
                  </a:rPr>
                  <a:t>Apriorna i aposteriorna verovatnoća</a:t>
                </a:r>
                <a:r>
                  <a:rPr lang="en-US" b="1" dirty="0">
                    <a:solidFill>
                      <a:srgbClr val="FF0000"/>
                    </a:solidFill>
                  </a:rPr>
                  <a:t>: </a:t>
                </a:r>
                <a14:m>
                  <m:oMath xmlns:m="http://schemas.openxmlformats.org/officeDocument/2006/math">
                    <m:r>
                      <a:rPr lang="en-US" b="1" i="1">
                        <a:solidFill>
                          <a:schemeClr val="tx1"/>
                        </a:solidFill>
                        <a:latin typeface="Cambria Math" panose="02040503050406030204" pitchFamily="18" charset="0"/>
                      </a:rPr>
                      <m:t>𝑷</m:t>
                    </m:r>
                    <m:d>
                      <m:dPr>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𝑨</m:t>
                        </m:r>
                      </m:e>
                    </m:d>
                    <m:r>
                      <a:rPr lang="en-US" b="1" i="1">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𝑷</m:t>
                    </m:r>
                    <m:d>
                      <m:dPr>
                        <m:endChr m:val="|"/>
                        <m:ctrlPr>
                          <a:rPr lang="en-US" b="1" i="1">
                            <a:solidFill>
                              <a:schemeClr val="tx1"/>
                            </a:solidFill>
                            <a:latin typeface="Cambria Math" panose="02040503050406030204" pitchFamily="18" charset="0"/>
                          </a:rPr>
                        </m:ctrlPr>
                      </m:dPr>
                      <m:e>
                        <m:r>
                          <a:rPr lang="en-US" b="1" i="1">
                            <a:solidFill>
                              <a:schemeClr val="tx1"/>
                            </a:solidFill>
                            <a:latin typeface="Cambria Math" panose="02040503050406030204" pitchFamily="18" charset="0"/>
                          </a:rPr>
                          <m:t>𝑨</m:t>
                        </m:r>
                      </m:e>
                    </m:d>
                    <m:r>
                      <a:rPr lang="en-US" b="1" i="1">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𝑪</m:t>
                    </m:r>
                    <m:r>
                      <a:rPr lang="en-US" b="1" i="1">
                        <a:solidFill>
                          <a:schemeClr val="tx1"/>
                        </a:solidFill>
                        <a:latin typeface="Cambria Math" panose="02040503050406030204" pitchFamily="18" charset="0"/>
                      </a:rPr>
                      <m:t>)</m:t>
                    </m:r>
                  </m:oMath>
                </a14:m>
                <a:endParaRPr lang="pl-PL" b="1" dirty="0">
                  <a:solidFill>
                    <a:schemeClr val="tx1"/>
                  </a:solidFill>
                </a:endParaRPr>
              </a:p>
              <a:p>
                <a:pPr>
                  <a:buFont typeface="Wingdings" panose="05000000000000000000" pitchFamily="2" charset="2"/>
                  <a:buChar char="q"/>
                </a:pPr>
                <a:r>
                  <a:rPr lang="pl-PL" b="1" dirty="0">
                    <a:solidFill>
                      <a:srgbClr val="FF0000"/>
                    </a:solidFill>
                  </a:rPr>
                  <a:t>Marginalizacija</a:t>
                </a:r>
                <a:r>
                  <a:rPr lang="en-US" b="1" dirty="0">
                    <a:solidFill>
                      <a:srgbClr val="FF0000"/>
                    </a:solidFill>
                  </a:rPr>
                  <a:t>:</a:t>
                </a:r>
              </a:p>
              <a:p>
                <a:pPr marL="0" indent="0" algn="ctr">
                  <a:buNone/>
                </a:pPr>
                <a14:m>
                  <m:oMath xmlns:m="http://schemas.openxmlformats.org/officeDocument/2006/math">
                    <m:r>
                      <a:rPr lang="en-US" b="1" i="1" smtClean="0">
                        <a:solidFill>
                          <a:schemeClr val="tx1"/>
                        </a:solidFill>
                        <a:latin typeface="Cambria Math" panose="02040503050406030204" pitchFamily="18" charset="0"/>
                      </a:rPr>
                      <m:t>𝑷</m:t>
                    </m:r>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𝑨</m:t>
                        </m:r>
                      </m:e>
                    </m:d>
                    <m:r>
                      <a:rPr lang="en-US" b="1" i="1" smtClean="0">
                        <a:solidFill>
                          <a:schemeClr val="tx1"/>
                        </a:solidFill>
                        <a:latin typeface="Cambria Math" panose="02040503050406030204" pitchFamily="18" charset="0"/>
                      </a:rPr>
                      <m:t>=</m:t>
                    </m:r>
                    <m:nary>
                      <m:naryPr>
                        <m:chr m:val="∑"/>
                        <m:limLoc m:val="subSup"/>
                        <m:supHide m:val="on"/>
                        <m:ctrlPr>
                          <a:rPr lang="en-US" b="1" i="1" smtClean="0">
                            <a:solidFill>
                              <a:schemeClr val="tx1"/>
                            </a:solidFill>
                            <a:latin typeface="Cambria Math" panose="02040503050406030204" pitchFamily="18" charset="0"/>
                          </a:rPr>
                        </m:ctrlPr>
                      </m:naryPr>
                      <m:sub>
                        <m:r>
                          <m:rPr>
                            <m:brk m:alnAt="9"/>
                          </m:rPr>
                          <a:rPr lang="en-US" b="1" i="1" smtClean="0">
                            <a:solidFill>
                              <a:schemeClr val="tx1"/>
                            </a:solidFill>
                            <a:latin typeface="Cambria Math" panose="02040503050406030204" pitchFamily="18" charset="0"/>
                          </a:rPr>
                          <m:t>𝑪</m:t>
                        </m:r>
                      </m:sub>
                      <m:sup/>
                      <m:e>
                        <m:r>
                          <a:rPr lang="en-US" b="1" i="1" smtClean="0">
                            <a:solidFill>
                              <a:schemeClr val="tx1"/>
                            </a:solidFill>
                            <a:latin typeface="Cambria Math" panose="02040503050406030204" pitchFamily="18" charset="0"/>
                          </a:rPr>
                          <m:t>𝑷</m:t>
                        </m:r>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𝑨</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𝑪</m:t>
                            </m:r>
                          </m:e>
                        </m:d>
                        <m:r>
                          <a:rPr lang="en-US" b="1" i="1" smtClean="0">
                            <a:solidFill>
                              <a:schemeClr val="tx1"/>
                            </a:solidFill>
                            <a:latin typeface="Cambria Math" panose="02040503050406030204" pitchFamily="18" charset="0"/>
                          </a:rPr>
                          <m:t>=</m:t>
                        </m:r>
                        <m:nary>
                          <m:naryPr>
                            <m:chr m:val="∑"/>
                            <m:limLoc m:val="subSup"/>
                            <m:supHide m:val="on"/>
                            <m:ctrlPr>
                              <a:rPr lang="en-US" b="1" i="1" smtClean="0">
                                <a:solidFill>
                                  <a:schemeClr val="tx1"/>
                                </a:solidFill>
                                <a:latin typeface="Cambria Math" panose="02040503050406030204" pitchFamily="18" charset="0"/>
                              </a:rPr>
                            </m:ctrlPr>
                          </m:naryPr>
                          <m:sub>
                            <m:r>
                              <m:rPr>
                                <m:brk m:alnAt="9"/>
                              </m:rPr>
                              <a:rPr lang="en-US" b="1" i="1" smtClean="0">
                                <a:solidFill>
                                  <a:schemeClr val="tx1"/>
                                </a:solidFill>
                                <a:latin typeface="Cambria Math" panose="02040503050406030204" pitchFamily="18" charset="0"/>
                              </a:rPr>
                              <m:t>𝑪</m:t>
                            </m:r>
                          </m:sub>
                          <m:sup/>
                          <m:e>
                            <m:r>
                              <a:rPr lang="en-US" b="1" i="1" smtClean="0">
                                <a:solidFill>
                                  <a:schemeClr val="tx1"/>
                                </a:solidFill>
                                <a:latin typeface="Cambria Math" panose="02040503050406030204" pitchFamily="18" charset="0"/>
                              </a:rPr>
                              <m:t>𝑷</m:t>
                            </m:r>
                            <m:d>
                              <m:dPr>
                                <m:ctrlPr>
                                  <a:rPr lang="en-US" b="1"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𝑨</m:t>
                                </m:r>
                              </m:e>
                              <m:e>
                                <m:r>
                                  <a:rPr lang="en-US" b="1" i="1" smtClean="0">
                                    <a:solidFill>
                                      <a:schemeClr val="tx1"/>
                                    </a:solidFill>
                                    <a:latin typeface="Cambria Math" panose="02040503050406030204" pitchFamily="18" charset="0"/>
                                  </a:rPr>
                                  <m:t>𝑪</m:t>
                                </m:r>
                              </m:e>
                            </m:d>
                            <m:r>
                              <a:rPr lang="en-US" b="1" i="1" smtClean="0">
                                <a:solidFill>
                                  <a:schemeClr val="tx1"/>
                                </a:solidFill>
                                <a:latin typeface="Cambria Math" panose="02040503050406030204" pitchFamily="18" charset="0"/>
                              </a:rPr>
                              <m:t>𝑷</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𝑪</m:t>
                            </m:r>
                            <m:r>
                              <a:rPr lang="en-US" b="1" i="1" smtClean="0">
                                <a:solidFill>
                                  <a:schemeClr val="tx1"/>
                                </a:solidFill>
                                <a:latin typeface="Cambria Math" panose="02040503050406030204" pitchFamily="18" charset="0"/>
                              </a:rPr>
                              <m:t>)</m:t>
                            </m:r>
                          </m:e>
                        </m:nary>
                      </m:e>
                    </m:nary>
                  </m:oMath>
                </a14:m>
                <a:r>
                  <a:rPr lang="en-US" b="1" dirty="0">
                    <a:solidFill>
                      <a:srgbClr val="FF0000"/>
                    </a:solidFill>
                  </a:rPr>
                  <a:t>	</a:t>
                </a:r>
              </a:p>
            </p:txBody>
          </p:sp>
        </mc:Choice>
        <mc:Fallback xmlns="">
          <p:sp>
            <p:nvSpPr>
              <p:cNvPr id="3" name="Content Placeholder 2">
                <a:extLst>
                  <a:ext uri="{FF2B5EF4-FFF2-40B4-BE49-F238E27FC236}">
                    <a16:creationId xmlns:a16="http://schemas.microsoft.com/office/drawing/2014/main" id="{57B456DC-9A64-34FB-2224-E067FB1083C7}"/>
                  </a:ext>
                </a:extLst>
              </p:cNvPr>
              <p:cNvSpPr>
                <a:spLocks noGrp="1" noRot="1" noChangeAspect="1" noMove="1" noResize="1" noEditPoints="1" noAdjustHandles="1" noChangeArrowheads="1" noChangeShapeType="1" noTextEdit="1"/>
              </p:cNvSpPr>
              <p:nvPr>
                <p:ph idx="1"/>
              </p:nvPr>
            </p:nvSpPr>
            <p:spPr>
              <a:xfrm>
                <a:off x="1946787" y="1376517"/>
                <a:ext cx="10245213" cy="5481484"/>
              </a:xfrm>
              <a:blipFill>
                <a:blip r:embed="rId2"/>
                <a:stretch>
                  <a:fillRect l="-416" t="-667" r="-416" b="-3560"/>
                </a:stretch>
              </a:blipFill>
            </p:spPr>
            <p:txBody>
              <a:bodyPr/>
              <a:lstStyle/>
              <a:p>
                <a:r>
                  <a:rPr lang="en-US">
                    <a:noFill/>
                  </a:rPr>
                  <a:t> </a:t>
                </a:r>
              </a:p>
            </p:txBody>
          </p:sp>
        </mc:Fallback>
      </mc:AlternateContent>
    </p:spTree>
    <p:extLst>
      <p:ext uri="{BB962C8B-B14F-4D97-AF65-F5344CB8AC3E}">
        <p14:creationId xmlns:p14="http://schemas.microsoft.com/office/powerpoint/2010/main" val="2910518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87C26-ED44-F9FC-AA15-585A5EF1C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FE9F36-1346-6F93-4128-AE6E6824C26F}"/>
              </a:ext>
            </a:extLst>
          </p:cNvPr>
          <p:cNvSpPr>
            <a:spLocks noGrp="1"/>
          </p:cNvSpPr>
          <p:nvPr>
            <p:ph type="title"/>
          </p:nvPr>
        </p:nvSpPr>
        <p:spPr/>
        <p:txBody>
          <a:bodyPr/>
          <a:lstStyle/>
          <a:p>
            <a:r>
              <a:rPr lang="en-US" dirty="0" err="1"/>
              <a:t>Bajesove</a:t>
            </a:r>
            <a:r>
              <a:rPr lang="en-US" dirty="0"/>
              <a:t> </a:t>
            </a:r>
            <a:r>
              <a:rPr lang="en-US" dirty="0" err="1"/>
              <a:t>mre</a:t>
            </a:r>
            <a:r>
              <a:rPr lang="sr-Latn-RS" dirty="0"/>
              <a:t>že</a:t>
            </a:r>
            <a:endParaRPr lang="en-US" dirty="0"/>
          </a:p>
        </p:txBody>
      </p:sp>
      <p:sp>
        <p:nvSpPr>
          <p:cNvPr id="3" name="Content Placeholder 2">
            <a:extLst>
              <a:ext uri="{FF2B5EF4-FFF2-40B4-BE49-F238E27FC236}">
                <a16:creationId xmlns:a16="http://schemas.microsoft.com/office/drawing/2014/main" id="{B26F4287-BFCA-A8F7-9B94-AE9270188AAA}"/>
              </a:ext>
            </a:extLst>
          </p:cNvPr>
          <p:cNvSpPr>
            <a:spLocks noGrp="1"/>
          </p:cNvSpPr>
          <p:nvPr>
            <p:ph idx="1"/>
          </p:nvPr>
        </p:nvSpPr>
        <p:spPr>
          <a:xfrm>
            <a:off x="1946787" y="1376517"/>
            <a:ext cx="10245213" cy="5481484"/>
          </a:xfrm>
        </p:spPr>
        <p:txBody>
          <a:bodyPr>
            <a:normAutofit/>
          </a:bodyPr>
          <a:lstStyle/>
          <a:p>
            <a:r>
              <a:rPr lang="sr-Latn-RS" b="1" dirty="0">
                <a:solidFill>
                  <a:schemeClr val="tx1"/>
                </a:solidFill>
              </a:rPr>
              <a:t>Vizuelizujemo tok našeg rezonovnja pomoću</a:t>
            </a:r>
            <a:r>
              <a:rPr lang="sr-Latn-RS" b="1" dirty="0">
                <a:solidFill>
                  <a:srgbClr val="FF0000"/>
                </a:solidFill>
              </a:rPr>
              <a:t> grafovske strukture (DAG).</a:t>
            </a:r>
          </a:p>
          <a:p>
            <a:r>
              <a:rPr lang="sr-Latn-RS" b="1" dirty="0">
                <a:solidFill>
                  <a:srgbClr val="FF0000"/>
                </a:solidFill>
              </a:rPr>
              <a:t>Čvorovi </a:t>
            </a:r>
            <a:r>
              <a:rPr lang="sr-Latn-RS" b="1" dirty="0">
                <a:solidFill>
                  <a:schemeClr val="tx1"/>
                </a:solidFill>
              </a:rPr>
              <a:t>– slučajne promenljive</a:t>
            </a:r>
          </a:p>
          <a:p>
            <a:r>
              <a:rPr lang="sr-Latn-RS" b="1" dirty="0">
                <a:solidFill>
                  <a:srgbClr val="FF0000"/>
                </a:solidFill>
              </a:rPr>
              <a:t>Usmerene </a:t>
            </a:r>
            <a:r>
              <a:rPr lang="en-US" b="1" dirty="0">
                <a:solidFill>
                  <a:srgbClr val="FF0000"/>
                </a:solidFill>
              </a:rPr>
              <a:t>g</a:t>
            </a:r>
            <a:r>
              <a:rPr lang="sr-Latn-RS" b="1" dirty="0">
                <a:solidFill>
                  <a:srgbClr val="FF0000"/>
                </a:solidFill>
              </a:rPr>
              <a:t>rane</a:t>
            </a:r>
            <a:r>
              <a:rPr lang="sr-Latn-RS" b="1" dirty="0">
                <a:solidFill>
                  <a:schemeClr val="tx1"/>
                </a:solidFill>
              </a:rPr>
              <a:t> – tok rezonovanja i prenosa informacija</a:t>
            </a:r>
          </a:p>
          <a:p>
            <a:pPr marL="0" indent="0">
              <a:buNone/>
            </a:pPr>
            <a:r>
              <a:rPr lang="sr-Latn-RS" b="1" dirty="0">
                <a:solidFill>
                  <a:schemeClr val="tx1"/>
                </a:solidFill>
              </a:rPr>
              <a:t>Dobra praksa je da veze (smer usmerene grane grafa) reprezentuju kauzalan uticaj među promenljivim, mada to ne mora biti slučaj. Ukoliko veze modelujemo kauzalnim uticajima, postoji teorija koja nam daje formalizam provere i validacije, da li naša mreža zaista odgovara fenomenu (fizici) koju želimo da modeliramo. Dati formalizam je deo teorije kauzalnih mreža i daje nam mogućnost provere (ne)zavisnosti i protoka informacija među sluačajnim promenljivim mreže </a:t>
            </a:r>
            <a:r>
              <a:rPr lang="sr-Latn-RS" b="1" i="1" dirty="0">
                <a:solidFill>
                  <a:schemeClr val="tx1"/>
                </a:solidFill>
              </a:rPr>
              <a:t>(d-</a:t>
            </a:r>
            <a:r>
              <a:rPr lang="en-US" b="1" i="1" dirty="0" err="1">
                <a:solidFill>
                  <a:schemeClr val="tx1"/>
                </a:solidFill>
              </a:rPr>
              <a:t>razdvojenost</a:t>
            </a:r>
            <a:r>
              <a:rPr lang="sr-Latn-RS" b="1" i="1" dirty="0">
                <a:solidFill>
                  <a:schemeClr val="tx1"/>
                </a:solidFill>
              </a:rPr>
              <a:t>).</a:t>
            </a:r>
          </a:p>
          <a:p>
            <a:pPr marL="0" indent="0">
              <a:buNone/>
            </a:pPr>
            <a:r>
              <a:rPr lang="sr-Latn-RS" b="1" dirty="0">
                <a:solidFill>
                  <a:schemeClr val="tx1"/>
                </a:solidFill>
              </a:rPr>
              <a:t>Formalizam kauzalnih mreža i </a:t>
            </a:r>
            <a:r>
              <a:rPr lang="sr-Latn-RS" b="1" i="1" dirty="0">
                <a:solidFill>
                  <a:schemeClr val="tx1"/>
                </a:solidFill>
              </a:rPr>
              <a:t>d-</a:t>
            </a:r>
            <a:r>
              <a:rPr lang="en-US" b="1" i="1" dirty="0" err="1">
                <a:solidFill>
                  <a:schemeClr val="tx1"/>
                </a:solidFill>
              </a:rPr>
              <a:t>razdvojenosti</a:t>
            </a:r>
            <a:r>
              <a:rPr lang="sr-Latn-RS" b="1" dirty="0">
                <a:solidFill>
                  <a:schemeClr val="tx1"/>
                </a:solidFill>
              </a:rPr>
              <a:t> bi se, intuitivno govoreći, mogao okarakterisati kao pandan teoriji uslovne verovatnoće za analizu zavisnosti između pojedinih događaja, pojava i objekata, ali ovde u grafovskim strukturama kojim modelujemo naše rezonovanje.</a:t>
            </a:r>
          </a:p>
          <a:p>
            <a:pPr marL="0" indent="0">
              <a:buNone/>
            </a:pPr>
            <a:endParaRPr lang="sr-Latn-RS" b="1" dirty="0">
              <a:solidFill>
                <a:schemeClr val="tx1"/>
              </a:solidFill>
            </a:endParaRPr>
          </a:p>
          <a:p>
            <a:endParaRPr lang="en-US" b="1" dirty="0">
              <a:solidFill>
                <a:srgbClr val="FF0000"/>
              </a:solidFill>
            </a:endParaRPr>
          </a:p>
        </p:txBody>
      </p:sp>
    </p:spTree>
    <p:extLst>
      <p:ext uri="{BB962C8B-B14F-4D97-AF65-F5344CB8AC3E}">
        <p14:creationId xmlns:p14="http://schemas.microsoft.com/office/powerpoint/2010/main" val="1538217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3F7CF-0410-76E8-150F-6AE586DDFECF}"/>
              </a:ext>
            </a:extLst>
          </p:cNvPr>
          <p:cNvSpPr>
            <a:spLocks noGrp="1"/>
          </p:cNvSpPr>
          <p:nvPr>
            <p:ph type="title"/>
          </p:nvPr>
        </p:nvSpPr>
        <p:spPr/>
        <p:txBody>
          <a:bodyPr/>
          <a:lstStyle/>
          <a:p>
            <a:r>
              <a:rPr lang="en-US" dirty="0" err="1"/>
              <a:t>Bajesove</a:t>
            </a:r>
            <a:r>
              <a:rPr lang="en-US" dirty="0"/>
              <a:t> </a:t>
            </a:r>
            <a:r>
              <a:rPr lang="en-US" dirty="0" err="1"/>
              <a:t>mre</a:t>
            </a:r>
            <a:r>
              <a:rPr lang="sr-Latn-RS" dirty="0"/>
              <a:t>že</a:t>
            </a:r>
            <a:endParaRPr lang="en-US" dirty="0"/>
          </a:p>
        </p:txBody>
      </p:sp>
      <p:pic>
        <p:nvPicPr>
          <p:cNvPr id="5" name="Content Placeholder 4">
            <a:extLst>
              <a:ext uri="{FF2B5EF4-FFF2-40B4-BE49-F238E27FC236}">
                <a16:creationId xmlns:a16="http://schemas.microsoft.com/office/drawing/2014/main" id="{86BF89C4-3627-F876-09DE-6D4CA6E1F0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54402" y="2906875"/>
            <a:ext cx="3365599" cy="2986691"/>
          </a:xfrm>
        </p:spPr>
      </p:pic>
      <p:sp>
        <p:nvSpPr>
          <p:cNvPr id="6" name="TextBox 5">
            <a:extLst>
              <a:ext uri="{FF2B5EF4-FFF2-40B4-BE49-F238E27FC236}">
                <a16:creationId xmlns:a16="http://schemas.microsoft.com/office/drawing/2014/main" id="{13B07069-C44F-5E6A-099B-A95AA65C44F5}"/>
              </a:ext>
            </a:extLst>
          </p:cNvPr>
          <p:cNvSpPr txBox="1"/>
          <p:nvPr/>
        </p:nvSpPr>
        <p:spPr>
          <a:xfrm>
            <a:off x="5638800" y="2974258"/>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3538C5-B64B-3DB2-D57C-6850DE1144DF}"/>
                  </a:ext>
                </a:extLst>
              </p:cNvPr>
              <p:cNvSpPr txBox="1"/>
              <p:nvPr/>
            </p:nvSpPr>
            <p:spPr>
              <a:xfrm>
                <a:off x="2750241" y="1550800"/>
                <a:ext cx="2570575" cy="708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𝑈</m:t>
                          </m:r>
                        </m:e>
                      </m:d>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sub>
                          </m:sSub>
                          <m:r>
                            <m:rPr>
                              <m:brk m:alnAt="7"/>
                            </m:rPr>
                            <a:rPr lang="en-US" b="0" i="1" smtClean="0">
                              <a:latin typeface="Cambria Math" panose="02040503050406030204" pitchFamily="18" charset="0"/>
                            </a:rPr>
                            <m:t>𝑈</m:t>
                          </m:r>
                        </m:sub>
                        <m:sup/>
                        <m:e>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nary>
                    </m:oMath>
                  </m:oMathPara>
                </a14:m>
                <a:endParaRPr lang="en-US" dirty="0"/>
              </a:p>
            </p:txBody>
          </p:sp>
        </mc:Choice>
        <mc:Fallback xmlns="">
          <p:sp>
            <p:nvSpPr>
              <p:cNvPr id="7" name="TextBox 6">
                <a:extLst>
                  <a:ext uri="{FF2B5EF4-FFF2-40B4-BE49-F238E27FC236}">
                    <a16:creationId xmlns:a16="http://schemas.microsoft.com/office/drawing/2014/main" id="{B73538C5-B64B-3DB2-D57C-6850DE1144DF}"/>
                  </a:ext>
                </a:extLst>
              </p:cNvPr>
              <p:cNvSpPr txBox="1">
                <a:spLocks noRot="1" noChangeAspect="1" noMove="1" noResize="1" noEditPoints="1" noAdjustHandles="1" noChangeArrowheads="1" noChangeShapeType="1" noTextEdit="1"/>
              </p:cNvSpPr>
              <p:nvPr/>
            </p:nvSpPr>
            <p:spPr>
              <a:xfrm>
                <a:off x="2750241" y="1550800"/>
                <a:ext cx="2570575" cy="7083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A4C340D-FFE9-459F-39A0-8D023CA3F5EC}"/>
                  </a:ext>
                </a:extLst>
              </p:cNvPr>
              <p:cNvSpPr txBox="1"/>
              <p:nvPr/>
            </p:nvSpPr>
            <p:spPr>
              <a:xfrm>
                <a:off x="6096000" y="1166336"/>
                <a:ext cx="5793766" cy="1754326"/>
              </a:xfrm>
              <a:prstGeom prst="rect">
                <a:avLst/>
              </a:prstGeom>
              <a:noFill/>
            </p:spPr>
            <p:txBody>
              <a:bodyPr wrap="none" rtlCol="0">
                <a:spAutoFit/>
              </a:bodyPr>
              <a:lstStyle/>
              <a:p>
                <a:pPr marL="285750" indent="-285750">
                  <a:buFont typeface="Wingdings" panose="05000000000000000000" pitchFamily="2" charset="2"/>
                  <a:buChar char="Ø"/>
                </a:pPr>
                <a:r>
                  <a:rPr lang="en-US" b="1" dirty="0" err="1">
                    <a:solidFill>
                      <a:srgbClr val="FF0000"/>
                    </a:solidFill>
                  </a:rPr>
                  <a:t>Pravilo</a:t>
                </a:r>
                <a:r>
                  <a:rPr lang="en-US" b="1" dirty="0">
                    <a:solidFill>
                      <a:srgbClr val="FF0000"/>
                    </a:solidFill>
                  </a:rPr>
                  <a:t> </a:t>
                </a:r>
                <a:r>
                  <a:rPr lang="en-US" b="1" dirty="0" err="1">
                    <a:solidFill>
                      <a:srgbClr val="FF0000"/>
                    </a:solidFill>
                  </a:rPr>
                  <a:t>lanca</a:t>
                </a:r>
                <a:r>
                  <a:rPr lang="en-US" b="1" dirty="0"/>
                  <a:t> </a:t>
                </a:r>
                <a:r>
                  <a:rPr lang="sr-Latn-RS" b="1" dirty="0"/>
                  <a:t>za Bajesove mreže, gde</a:t>
                </a:r>
              </a:p>
              <a:p>
                <a:r>
                  <a:rPr lang="sr-Latn-RS" i="1" dirty="0">
                    <a:latin typeface="Cambria Math" panose="02040503050406030204" pitchFamily="18" charset="0"/>
                    <a:ea typeface="Cambria Math" panose="02040503050406030204" pitchFamily="18" charset="0"/>
                  </a:rPr>
                  <a:t>U </a:t>
                </a:r>
                <a:r>
                  <a:rPr lang="sr-Latn-RS" b="1" i="1" dirty="0">
                    <a:ea typeface="Cambria Math" panose="02040503050406030204" pitchFamily="18" charset="0"/>
                  </a:rPr>
                  <a:t> univerzum slučajnih promenljivih mreže i </a:t>
                </a:r>
              </a:p>
              <a:p>
                <a:r>
                  <a:rPr lang="sr-Latn-RS" i="1" dirty="0">
                    <a:latin typeface="Cambria Math" panose="02040503050406030204" pitchFamily="18" charset="0"/>
                    <a:ea typeface="Cambria Math" panose="02040503050406030204" pitchFamily="18" charset="0"/>
                  </a:rPr>
                  <a:t>p(</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oMath>
                </a14:m>
                <a:r>
                  <a:rPr lang="sr-Latn-RS" i="1" dirty="0">
                    <a:latin typeface="Cambria Math" panose="02040503050406030204" pitchFamily="18" charset="0"/>
                    <a:ea typeface="Cambria Math" panose="02040503050406030204" pitchFamily="18" charset="0"/>
                  </a:rPr>
                  <a:t>) </a:t>
                </a:r>
                <a:r>
                  <a:rPr lang="sr-Latn-RS" b="1" dirty="0">
                    <a:ea typeface="Cambria Math" panose="02040503050406030204" pitchFamily="18" charset="0"/>
                  </a:rPr>
                  <a:t>skup roditeljskih promenljiv</a:t>
                </a:r>
                <a:r>
                  <a:rPr lang="en-US" b="1" dirty="0" err="1">
                    <a:ea typeface="Cambria Math" panose="02040503050406030204" pitchFamily="18" charset="0"/>
                  </a:rPr>
                  <a:t>ih</a:t>
                </a:r>
                <a:r>
                  <a:rPr lang="sr-Latn-RS" b="1" dirty="0">
                    <a:ea typeface="Cambria Math" panose="02040503050406030204" pitchFamily="18" charset="0"/>
                  </a:rPr>
                  <a:t> promenljive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𝑖</m:t>
                        </m:r>
                      </m:sub>
                    </m:sSub>
                  </m:oMath>
                </a14:m>
                <a:r>
                  <a:rPr lang="sr-Latn-RS" b="1" dirty="0">
                    <a:ea typeface="Cambria Math" panose="02040503050406030204" pitchFamily="18" charset="0"/>
                  </a:rPr>
                  <a:t>. </a:t>
                </a:r>
                <a:endParaRPr lang="sr-Latn-RS" b="1" i="1" dirty="0">
                  <a:ea typeface="Cambria Math" panose="02040503050406030204" pitchFamily="18" charset="0"/>
                </a:endParaRPr>
              </a:p>
              <a:p>
                <a:pPr marL="285750" indent="-285750">
                  <a:buFont typeface="Wingdings" panose="05000000000000000000" pitchFamily="2" charset="2"/>
                  <a:buChar char="Ø"/>
                </a:pPr>
                <a:r>
                  <a:rPr lang="sr-Latn-RS" b="1" dirty="0"/>
                  <a:t>Prostorna optimizacija.</a:t>
                </a:r>
              </a:p>
              <a:p>
                <a:pPr marL="285750" indent="-285750">
                  <a:buFont typeface="Wingdings" panose="05000000000000000000" pitchFamily="2" charset="2"/>
                  <a:buChar char="Ø"/>
                </a:pPr>
                <a:r>
                  <a:rPr lang="sr-Latn-RS" b="1" dirty="0"/>
                  <a:t>Koenzistentnost.</a:t>
                </a:r>
              </a:p>
              <a:p>
                <a:pPr marL="285750" indent="-285750">
                  <a:buFont typeface="Wingdings" panose="05000000000000000000" pitchFamily="2" charset="2"/>
                  <a:buChar char="Ø"/>
                </a:pPr>
                <a:endParaRPr lang="sr-Latn-RS" dirty="0"/>
              </a:p>
            </p:txBody>
          </p:sp>
        </mc:Choice>
        <mc:Fallback xmlns="">
          <p:sp>
            <p:nvSpPr>
              <p:cNvPr id="8" name="TextBox 7">
                <a:extLst>
                  <a:ext uri="{FF2B5EF4-FFF2-40B4-BE49-F238E27FC236}">
                    <a16:creationId xmlns:a16="http://schemas.microsoft.com/office/drawing/2014/main" id="{9A4C340D-FFE9-459F-39A0-8D023CA3F5EC}"/>
                  </a:ext>
                </a:extLst>
              </p:cNvPr>
              <p:cNvSpPr txBox="1">
                <a:spLocks noRot="1" noChangeAspect="1" noMove="1" noResize="1" noEditPoints="1" noAdjustHandles="1" noChangeArrowheads="1" noChangeShapeType="1" noTextEdit="1"/>
              </p:cNvSpPr>
              <p:nvPr/>
            </p:nvSpPr>
            <p:spPr>
              <a:xfrm>
                <a:off x="6096000" y="1166336"/>
                <a:ext cx="5793766" cy="1754326"/>
              </a:xfrm>
              <a:prstGeom prst="rect">
                <a:avLst/>
              </a:prstGeom>
              <a:blipFill>
                <a:blip r:embed="rId4"/>
                <a:stretch>
                  <a:fillRect l="-842" t="-1736"/>
                </a:stretch>
              </a:blipFill>
            </p:spPr>
            <p:txBody>
              <a:bodyPr/>
              <a:lstStyle/>
              <a:p>
                <a:r>
                  <a:rPr lang="en-US">
                    <a:noFill/>
                  </a:rPr>
                  <a:t> </a:t>
                </a:r>
              </a:p>
            </p:txBody>
          </p:sp>
        </mc:Fallback>
      </mc:AlternateContent>
    </p:spTree>
    <p:extLst>
      <p:ext uri="{BB962C8B-B14F-4D97-AF65-F5344CB8AC3E}">
        <p14:creationId xmlns:p14="http://schemas.microsoft.com/office/powerpoint/2010/main" val="3142000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1A4DC-52B2-A218-CFE4-69FF3FCE5EDA}"/>
              </a:ext>
            </a:extLst>
          </p:cNvPr>
          <p:cNvSpPr>
            <a:spLocks noGrp="1"/>
          </p:cNvSpPr>
          <p:nvPr>
            <p:ph type="title"/>
          </p:nvPr>
        </p:nvSpPr>
        <p:spPr>
          <a:xfrm>
            <a:off x="2592925" y="624110"/>
            <a:ext cx="8911687" cy="644251"/>
          </a:xfrm>
        </p:spPr>
        <p:txBody>
          <a:bodyPr/>
          <a:lstStyle/>
          <a:p>
            <a:r>
              <a:rPr lang="sr-Latn-RS" dirty="0"/>
              <a:t>Naivni Bajes</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FE80F0F-2A11-9E47-2D31-9BFEBE681C9E}"/>
                  </a:ext>
                </a:extLst>
              </p:cNvPr>
              <p:cNvSpPr txBox="1"/>
              <p:nvPr/>
            </p:nvSpPr>
            <p:spPr>
              <a:xfrm>
                <a:off x="2592924" y="1268361"/>
                <a:ext cx="8065243" cy="658514"/>
              </a:xfrm>
              <a:prstGeom prst="rect">
                <a:avLst/>
              </a:prstGeom>
              <a:noFill/>
            </p:spPr>
            <p:txBody>
              <a:bodyPr wrap="square" rtlCol="0">
                <a:spAutoFit/>
              </a:bodyPr>
              <a:lstStyle/>
              <a:p>
                <a:r>
                  <a:rPr lang="sr-Latn-RS" i="1" dirty="0">
                    <a:latin typeface="Cambria Math" panose="02040503050406030204" pitchFamily="18" charset="0"/>
                    <a:ea typeface="Cambria Math" panose="02040503050406030204" pitchFamily="18" charset="0"/>
                  </a:rPr>
                  <a:t>H</a:t>
                </a:r>
                <a:r>
                  <a:rPr lang="sr-Latn-RS" dirty="0"/>
                  <a:t> – </a:t>
                </a:r>
                <a:r>
                  <a:rPr lang="sr-Latn-RS" b="1" dirty="0">
                    <a:solidFill>
                      <a:srgbClr val="FF0000"/>
                    </a:solidFill>
                  </a:rPr>
                  <a:t>promenljiva hipoteza </a:t>
                </a:r>
                <a:r>
                  <a:rPr lang="sr-Latn-RS" b="1" dirty="0"/>
                  <a:t>(njenu raspodelu želimo)</a:t>
                </a:r>
              </a:p>
              <a:p>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𝐼</m:t>
                        </m:r>
                      </m:e>
                      <m:sub>
                        <m:r>
                          <a:rPr lang="en-US" b="0" i="1" smtClean="0">
                            <a:latin typeface="Cambria Math" panose="02040503050406030204" pitchFamily="18" charset="0"/>
                          </a:rPr>
                          <m:t>𝑛</m:t>
                        </m:r>
                      </m:sub>
                    </m:sSub>
                  </m:oMath>
                </a14:m>
                <a:r>
                  <a:rPr lang="en-US" dirty="0"/>
                  <a:t>} – </a:t>
                </a:r>
                <a:r>
                  <a:rPr lang="en-US" b="1" dirty="0" err="1">
                    <a:solidFill>
                      <a:srgbClr val="FF0000"/>
                    </a:solidFill>
                  </a:rPr>
                  <a:t>informacione</a:t>
                </a:r>
                <a:r>
                  <a:rPr lang="en-US" b="1" dirty="0">
                    <a:solidFill>
                      <a:srgbClr val="FF0000"/>
                    </a:solidFill>
                  </a:rPr>
                  <a:t> </a:t>
                </a:r>
                <a:r>
                  <a:rPr lang="en-US" b="1" dirty="0" err="1">
                    <a:solidFill>
                      <a:srgbClr val="FF0000"/>
                    </a:solidFill>
                  </a:rPr>
                  <a:t>promenljive</a:t>
                </a:r>
                <a:r>
                  <a:rPr lang="en-US" b="1" dirty="0">
                    <a:solidFill>
                      <a:srgbClr val="FF0000"/>
                    </a:solidFill>
                  </a:rPr>
                  <a:t> </a:t>
                </a:r>
                <a:r>
                  <a:rPr lang="en-US" b="1" dirty="0"/>
                  <a:t>(</a:t>
                </a:r>
                <a:r>
                  <a:rPr lang="sr-Latn-RS" b="1" dirty="0"/>
                  <a:t>opservabilne</a:t>
                </a:r>
                <a:r>
                  <a:rPr lang="en-US" b="1" dirty="0"/>
                  <a:t>)</a:t>
                </a:r>
                <a:endParaRPr lang="sr-Latn-RS" b="1" dirty="0"/>
              </a:p>
            </p:txBody>
          </p:sp>
        </mc:Choice>
        <mc:Fallback xmlns="">
          <p:sp>
            <p:nvSpPr>
              <p:cNvPr id="6" name="TextBox 5">
                <a:extLst>
                  <a:ext uri="{FF2B5EF4-FFF2-40B4-BE49-F238E27FC236}">
                    <a16:creationId xmlns:a16="http://schemas.microsoft.com/office/drawing/2014/main" id="{EFE80F0F-2A11-9E47-2D31-9BFEBE681C9E}"/>
                  </a:ext>
                </a:extLst>
              </p:cNvPr>
              <p:cNvSpPr txBox="1">
                <a:spLocks noRot="1" noChangeAspect="1" noMove="1" noResize="1" noEditPoints="1" noAdjustHandles="1" noChangeArrowheads="1" noChangeShapeType="1" noTextEdit="1"/>
              </p:cNvSpPr>
              <p:nvPr/>
            </p:nvSpPr>
            <p:spPr>
              <a:xfrm>
                <a:off x="2592924" y="1268361"/>
                <a:ext cx="8065243" cy="658514"/>
              </a:xfrm>
              <a:prstGeom prst="rect">
                <a:avLst/>
              </a:prstGeom>
              <a:blipFill>
                <a:blip r:embed="rId2"/>
                <a:stretch>
                  <a:fillRect l="-605" t="-4630" b="-120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461846F-5CF3-0A65-3D0C-E9F803599203}"/>
                  </a:ext>
                </a:extLst>
              </p:cNvPr>
              <p:cNvSpPr txBox="1"/>
              <p:nvPr/>
            </p:nvSpPr>
            <p:spPr>
              <a:xfrm>
                <a:off x="3511859" y="3672193"/>
                <a:ext cx="5486624" cy="756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e>
                      </m:d>
                      <m:r>
                        <a:rPr lang="sr-Latn-RS" b="0" i="1" smtClean="0">
                          <a:latin typeface="Cambria Math" panose="02040503050406030204" pitchFamily="18" charset="0"/>
                        </a:rPr>
                        <m:t>=</m:t>
                      </m:r>
                      <m:f>
                        <m:fPr>
                          <m:ctrlPr>
                            <a:rPr lang="sr-Latn-R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r>
                            <a:rPr lang="en-US" b="0" i="1" smtClean="0">
                              <a:latin typeface="Cambria Math" panose="02040503050406030204" pitchFamily="18" charset="0"/>
                            </a:rPr>
                            <m:t>)</m:t>
                          </m:r>
                        </m:den>
                      </m:f>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nary>
                        <m:naryPr>
                          <m:chr m:val="∏"/>
                          <m:ctrlPr>
                            <a:rPr lang="sr-Latn-R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𝑖</m:t>
                                  </m:r>
                                </m:sub>
                              </m:sSub>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𝐻</m:t>
                          </m:r>
                          <m:r>
                            <a:rPr lang="en-US" b="0" i="1" smtClean="0">
                              <a:latin typeface="Cambria Math" panose="02040503050406030204" pitchFamily="18" charset="0"/>
                            </a:rPr>
                            <m:t>)</m:t>
                          </m:r>
                        </m:e>
                      </m:nary>
                    </m:oMath>
                  </m:oMathPara>
                </a14:m>
                <a:endParaRPr lang="en-US" dirty="0"/>
              </a:p>
            </p:txBody>
          </p:sp>
        </mc:Choice>
        <mc:Fallback xmlns="">
          <p:sp>
            <p:nvSpPr>
              <p:cNvPr id="7" name="TextBox 6">
                <a:extLst>
                  <a:ext uri="{FF2B5EF4-FFF2-40B4-BE49-F238E27FC236}">
                    <a16:creationId xmlns:a16="http://schemas.microsoft.com/office/drawing/2014/main" id="{2461846F-5CF3-0A65-3D0C-E9F803599203}"/>
                  </a:ext>
                </a:extLst>
              </p:cNvPr>
              <p:cNvSpPr txBox="1">
                <a:spLocks noRot="1" noChangeAspect="1" noMove="1" noResize="1" noEditPoints="1" noAdjustHandles="1" noChangeArrowheads="1" noChangeShapeType="1" noTextEdit="1"/>
              </p:cNvSpPr>
              <p:nvPr/>
            </p:nvSpPr>
            <p:spPr>
              <a:xfrm>
                <a:off x="3511859" y="3672193"/>
                <a:ext cx="5486624" cy="75623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A7565B6-9325-3C99-5049-C2A804A08EE2}"/>
                  </a:ext>
                </a:extLst>
              </p:cNvPr>
              <p:cNvSpPr txBox="1"/>
              <p:nvPr/>
            </p:nvSpPr>
            <p:spPr>
              <a:xfrm>
                <a:off x="3633779" y="2998650"/>
                <a:ext cx="5486624" cy="5934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e>
                      </m:d>
                      <m:r>
                        <a:rPr lang="sr-Latn-RS" b="0" i="1" smtClean="0">
                          <a:latin typeface="Cambria Math" panose="02040503050406030204" pitchFamily="18" charset="0"/>
                        </a:rPr>
                        <m:t>=</m:t>
                      </m:r>
                      <m:f>
                        <m:fPr>
                          <m:ctrlPr>
                            <a:rPr lang="sr-Latn-RS" b="0" i="1" smtClean="0">
                              <a:latin typeface="Cambria Math" panose="02040503050406030204" pitchFamily="18" charset="0"/>
                            </a:rPr>
                          </m:ctrlPr>
                        </m:fPr>
                        <m:num>
                          <m:r>
                            <a:rPr lang="en-US" i="1">
                              <a:latin typeface="Cambria Math" panose="02040503050406030204" pitchFamily="18" charset="0"/>
                            </a:rPr>
                            <m:t>𝑃</m:t>
                          </m:r>
                          <m:d>
                            <m:dPr>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r>
                                <a:rPr lang="en-US" i="1">
                                  <a:latin typeface="Cambria Math" panose="02040503050406030204" pitchFamily="18" charset="0"/>
                                </a:rPr>
                                <m:t> </m:t>
                              </m:r>
                            </m:e>
                          </m:d>
                          <m:r>
                            <a:rPr lang="en-US" i="1">
                              <a:latin typeface="Cambria Math" panose="02040503050406030204" pitchFamily="18" charset="0"/>
                            </a:rPr>
                            <m:t> </m:t>
                          </m:r>
                          <m:r>
                            <a:rPr lang="en-US" i="1">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r>
                            <a:rPr lang="en-US" b="0" i="1" smtClean="0">
                              <a:latin typeface="Cambria Math" panose="02040503050406030204" pitchFamily="18" charset="0"/>
                            </a:rPr>
                            <m:t>)</m:t>
                          </m:r>
                        </m:den>
                      </m:f>
                    </m:oMath>
                  </m:oMathPara>
                </a14:m>
                <a:endParaRPr lang="en-US" dirty="0"/>
              </a:p>
            </p:txBody>
          </p:sp>
        </mc:Choice>
        <mc:Fallback xmlns="">
          <p:sp>
            <p:nvSpPr>
              <p:cNvPr id="8" name="TextBox 7">
                <a:extLst>
                  <a:ext uri="{FF2B5EF4-FFF2-40B4-BE49-F238E27FC236}">
                    <a16:creationId xmlns:a16="http://schemas.microsoft.com/office/drawing/2014/main" id="{8A7565B6-9325-3C99-5049-C2A804A08EE2}"/>
                  </a:ext>
                </a:extLst>
              </p:cNvPr>
              <p:cNvSpPr txBox="1">
                <a:spLocks noRot="1" noChangeAspect="1" noMove="1" noResize="1" noEditPoints="1" noAdjustHandles="1" noChangeArrowheads="1" noChangeShapeType="1" noTextEdit="1"/>
              </p:cNvSpPr>
              <p:nvPr/>
            </p:nvSpPr>
            <p:spPr>
              <a:xfrm>
                <a:off x="3633779" y="2998650"/>
                <a:ext cx="5486624" cy="593432"/>
              </a:xfrm>
              <a:prstGeom prst="rect">
                <a:avLst/>
              </a:prstGeom>
              <a:blipFill>
                <a:blip r:embed="rId4"/>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75E3CA2E-9AF7-676E-64F9-030BB374EFD0}"/>
              </a:ext>
            </a:extLst>
          </p:cNvPr>
          <p:cNvSpPr txBox="1"/>
          <p:nvPr/>
        </p:nvSpPr>
        <p:spPr>
          <a:xfrm>
            <a:off x="9915276" y="146450"/>
            <a:ext cx="3178671" cy="369332"/>
          </a:xfrm>
          <a:prstGeom prst="rect">
            <a:avLst/>
          </a:prstGeom>
          <a:noFill/>
        </p:spPr>
        <p:txBody>
          <a:bodyPr wrap="square" rtlCol="0">
            <a:spAutoFit/>
          </a:bodyPr>
          <a:lstStyle/>
          <a:p>
            <a:r>
              <a:rPr lang="sr-Latn-RS" b="1" dirty="0"/>
              <a:t>Pristup bez mreže</a:t>
            </a:r>
            <a:endParaRPr lang="en-US" b="1" dirty="0"/>
          </a:p>
        </p:txBody>
      </p:sp>
      <mc:AlternateContent xmlns:mc="http://schemas.openxmlformats.org/markup-compatibility/2006" xmlns:a14="http://schemas.microsoft.com/office/drawing/2010/main">
        <mc:Choice Requires="a14">
          <p:sp>
            <p:nvSpPr>
              <p:cNvPr id="17" name="Content Placeholder 16">
                <a:extLst>
                  <a:ext uri="{FF2B5EF4-FFF2-40B4-BE49-F238E27FC236}">
                    <a16:creationId xmlns:a16="http://schemas.microsoft.com/office/drawing/2014/main" id="{EFCA383B-ED69-6B21-FFF3-0FE99ECE0F9B}"/>
                  </a:ext>
                </a:extLst>
              </p:cNvPr>
              <p:cNvSpPr>
                <a:spLocks noGrp="1"/>
              </p:cNvSpPr>
              <p:nvPr>
                <p:ph idx="1"/>
              </p:nvPr>
            </p:nvSpPr>
            <p:spPr>
              <a:xfrm>
                <a:off x="2589212" y="2133600"/>
                <a:ext cx="8915400" cy="2420699"/>
              </a:xfrm>
            </p:spPr>
            <p:txBody>
              <a:bodyPr/>
              <a:lstStyle/>
              <a:p>
                <a:r>
                  <a:rPr lang="sr-Latn-RS" b="1" dirty="0">
                    <a:solidFill>
                      <a:schemeClr val="tx1"/>
                    </a:solidFill>
                  </a:rPr>
                  <a:t>Pretpostavka o uslovnoj nezavisnosti: </a:t>
                </a:r>
                <a14:m>
                  <m:oMath xmlns:m="http://schemas.openxmlformats.org/officeDocument/2006/math">
                    <m:r>
                      <a:rPr lang="en-US" i="1">
                        <a:solidFill>
                          <a:schemeClr val="tx1"/>
                        </a:solidFill>
                        <a:latin typeface="Cambria Math" panose="02040503050406030204" pitchFamily="18" charset="0"/>
                      </a:rPr>
                      <m:t>𝑃</m:t>
                    </m:r>
                    <m:d>
                      <m:dPr>
                        <m:end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𝐼</m:t>
                            </m:r>
                          </m:e>
                          <m:sub>
                            <m:r>
                              <a:rPr lang="en-US" i="1">
                                <a:solidFill>
                                  <a:schemeClr val="tx1"/>
                                </a:solidFill>
                                <a:latin typeface="Cambria Math" panose="02040503050406030204" pitchFamily="18" charset="0"/>
                              </a:rPr>
                              <m:t>1</m:t>
                            </m:r>
                          </m:sub>
                        </m:sSub>
                        <m:r>
                          <a:rPr lang="en-US" i="1">
                            <a:solidFill>
                              <a:schemeClr val="tx1"/>
                            </a:solidFill>
                            <a:latin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𝐼</m:t>
                            </m:r>
                          </m:e>
                          <m:sub>
                            <m:r>
                              <a:rPr lang="en-US" b="0" i="1" smtClean="0">
                                <a:solidFill>
                                  <a:schemeClr val="tx1"/>
                                </a:solidFill>
                                <a:latin typeface="Cambria Math" panose="02040503050406030204" pitchFamily="18" charset="0"/>
                              </a:rPr>
                              <m:t>𝑛</m:t>
                            </m:r>
                          </m:sub>
                        </m:sSub>
                        <m:r>
                          <a:rPr lang="en-US" i="1">
                            <a:solidFill>
                              <a:schemeClr val="tx1"/>
                            </a:solidFill>
                            <a:latin typeface="Cambria Math" panose="02040503050406030204" pitchFamily="18" charset="0"/>
                          </a:rPr>
                          <m:t> </m:t>
                        </m:r>
                      </m:e>
                    </m:d>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𝐻</m:t>
                    </m:r>
                    <m:r>
                      <a:rPr lang="en-US" i="1">
                        <a:solidFill>
                          <a:schemeClr val="tx1"/>
                        </a:solidFill>
                        <a:latin typeface="Cambria Math" panose="02040503050406030204" pitchFamily="18" charset="0"/>
                      </a:rPr>
                      <m:t>)</m:t>
                    </m:r>
                    <m:r>
                      <a:rPr lang="sr-Latn-RS" b="0" i="0" smtClean="0">
                        <a:solidFill>
                          <a:schemeClr val="tx1"/>
                        </a:solidFill>
                        <a:latin typeface="Cambria Math" panose="02040503050406030204" pitchFamily="18" charset="0"/>
                      </a:rPr>
                      <m:t>=</m:t>
                    </m:r>
                    <m:nary>
                      <m:naryPr>
                        <m:chr m:val="∏"/>
                        <m:ctrlPr>
                          <a:rPr lang="sr-Latn-RS" i="1">
                            <a:solidFill>
                              <a:schemeClr val="tx1"/>
                            </a:solidFill>
                            <a:latin typeface="Cambria Math" panose="02040503050406030204" pitchFamily="18" charset="0"/>
                          </a:rPr>
                        </m:ctrlPr>
                      </m:naryPr>
                      <m:sub>
                        <m:r>
                          <m:rPr>
                            <m:brk m:alnAt="23"/>
                          </m:rPr>
                          <a:rPr lang="en-US" i="1">
                            <a:solidFill>
                              <a:schemeClr val="tx1"/>
                            </a:solidFill>
                            <a:latin typeface="Cambria Math" panose="02040503050406030204" pitchFamily="18" charset="0"/>
                          </a:rPr>
                          <m:t>𝑖</m:t>
                        </m:r>
                        <m:r>
                          <a:rPr lang="en-US" i="1">
                            <a:solidFill>
                              <a:schemeClr val="tx1"/>
                            </a:solidFill>
                            <a:latin typeface="Cambria Math" panose="02040503050406030204" pitchFamily="18" charset="0"/>
                          </a:rPr>
                          <m:t>=1</m:t>
                        </m:r>
                      </m:sub>
                      <m:sup>
                        <m:r>
                          <a:rPr lang="en-US" i="1">
                            <a:solidFill>
                              <a:schemeClr val="tx1"/>
                            </a:solidFill>
                            <a:latin typeface="Cambria Math" panose="02040503050406030204" pitchFamily="18" charset="0"/>
                          </a:rPr>
                          <m:t>𝑛</m:t>
                        </m:r>
                      </m:sup>
                      <m:e>
                        <m:r>
                          <a:rPr lang="en-US" i="1">
                            <a:solidFill>
                              <a:schemeClr val="tx1"/>
                            </a:solidFill>
                            <a:latin typeface="Cambria Math" panose="02040503050406030204" pitchFamily="18" charset="0"/>
                          </a:rPr>
                          <m:t>𝑃</m:t>
                        </m:r>
                        <m:d>
                          <m:dPr>
                            <m:endChr m:val="|"/>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𝐼</m:t>
                                </m:r>
                              </m:e>
                              <m:sub>
                                <m:r>
                                  <a:rPr lang="en-US" i="1">
                                    <a:solidFill>
                                      <a:schemeClr val="tx1"/>
                                    </a:solidFill>
                                    <a:latin typeface="Cambria Math" panose="02040503050406030204" pitchFamily="18" charset="0"/>
                                  </a:rPr>
                                  <m:t>𝑖</m:t>
                                </m:r>
                              </m:sub>
                            </m:sSub>
                            <m:r>
                              <a:rPr lang="en-US" i="1">
                                <a:solidFill>
                                  <a:schemeClr val="tx1"/>
                                </a:solidFill>
                                <a:latin typeface="Cambria Math" panose="02040503050406030204" pitchFamily="18" charset="0"/>
                              </a:rPr>
                              <m:t> </m:t>
                            </m:r>
                          </m:e>
                        </m:d>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rPr>
                          <m:t>𝐻</m:t>
                        </m:r>
                        <m:r>
                          <a:rPr lang="en-US" i="1">
                            <a:solidFill>
                              <a:schemeClr val="tx1"/>
                            </a:solidFill>
                            <a:latin typeface="Cambria Math" panose="02040503050406030204" pitchFamily="18" charset="0"/>
                          </a:rPr>
                          <m:t>)</m:t>
                        </m:r>
                      </m:e>
                    </m:nary>
                  </m:oMath>
                </a14:m>
                <a:endParaRPr lang="en-US" dirty="0"/>
              </a:p>
            </p:txBody>
          </p:sp>
        </mc:Choice>
        <mc:Fallback xmlns="">
          <p:sp>
            <p:nvSpPr>
              <p:cNvPr id="17" name="Content Placeholder 16">
                <a:extLst>
                  <a:ext uri="{FF2B5EF4-FFF2-40B4-BE49-F238E27FC236}">
                    <a16:creationId xmlns:a16="http://schemas.microsoft.com/office/drawing/2014/main" id="{EFCA383B-ED69-6B21-FFF3-0FE99ECE0F9B}"/>
                  </a:ext>
                </a:extLst>
              </p:cNvPr>
              <p:cNvSpPr>
                <a:spLocks noGrp="1" noRot="1" noChangeAspect="1" noMove="1" noResize="1" noEditPoints="1" noAdjustHandles="1" noChangeArrowheads="1" noChangeShapeType="1" noTextEdit="1"/>
              </p:cNvSpPr>
              <p:nvPr>
                <p:ph idx="1"/>
              </p:nvPr>
            </p:nvSpPr>
            <p:spPr>
              <a:xfrm>
                <a:off x="2589212" y="2133600"/>
                <a:ext cx="8915400" cy="2420699"/>
              </a:xfrm>
              <a:blipFill>
                <a:blip r:embed="rId5"/>
                <a:stretch>
                  <a:fillRect l="-479" t="-18136"/>
                </a:stretch>
              </a:blipFill>
            </p:spPr>
            <p:txBody>
              <a:bodyPr/>
              <a:lstStyle/>
              <a:p>
                <a:r>
                  <a:rPr lang="en-US">
                    <a:noFill/>
                  </a:rPr>
                  <a:t> </a:t>
                </a:r>
              </a:p>
            </p:txBody>
          </p:sp>
        </mc:Fallback>
      </mc:AlternateContent>
    </p:spTree>
    <p:extLst>
      <p:ext uri="{BB962C8B-B14F-4D97-AF65-F5344CB8AC3E}">
        <p14:creationId xmlns:p14="http://schemas.microsoft.com/office/powerpoint/2010/main" val="19511032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A5486-B1C2-F351-7AFD-C3CEF39D3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E46C6-1143-9E0A-9801-389C46D142B3}"/>
              </a:ext>
            </a:extLst>
          </p:cNvPr>
          <p:cNvSpPr>
            <a:spLocks noGrp="1"/>
          </p:cNvSpPr>
          <p:nvPr>
            <p:ph type="title"/>
          </p:nvPr>
        </p:nvSpPr>
        <p:spPr>
          <a:xfrm>
            <a:off x="2592925" y="624110"/>
            <a:ext cx="8911687" cy="644251"/>
          </a:xfrm>
        </p:spPr>
        <p:txBody>
          <a:bodyPr/>
          <a:lstStyle/>
          <a:p>
            <a:r>
              <a:rPr lang="sr-Latn-RS" dirty="0"/>
              <a:t>Naivni Bajes</a:t>
            </a:r>
            <a:endParaRPr lang="en-US" dirty="0"/>
          </a:p>
        </p:txBody>
      </p:sp>
      <p:pic>
        <p:nvPicPr>
          <p:cNvPr id="5" name="Content Placeholder 4">
            <a:extLst>
              <a:ext uri="{FF2B5EF4-FFF2-40B4-BE49-F238E27FC236}">
                <a16:creationId xmlns:a16="http://schemas.microsoft.com/office/drawing/2014/main" id="{EFD0B333-2976-D2E2-4FEF-2E8A908FCA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88080" y="2219869"/>
            <a:ext cx="4229842" cy="2017736"/>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EBE74DB-C6CE-7383-75F8-FAC417188E4A}"/>
                  </a:ext>
                </a:extLst>
              </p:cNvPr>
              <p:cNvSpPr txBox="1"/>
              <p:nvPr/>
            </p:nvSpPr>
            <p:spPr>
              <a:xfrm>
                <a:off x="2592924" y="1268361"/>
                <a:ext cx="8065243" cy="658514"/>
              </a:xfrm>
              <a:prstGeom prst="rect">
                <a:avLst/>
              </a:prstGeom>
              <a:noFill/>
            </p:spPr>
            <p:txBody>
              <a:bodyPr wrap="square" rtlCol="0">
                <a:spAutoFit/>
              </a:bodyPr>
              <a:lstStyle/>
              <a:p>
                <a:r>
                  <a:rPr lang="sr-Latn-RS" i="1" dirty="0">
                    <a:latin typeface="Cambria Math" panose="02040503050406030204" pitchFamily="18" charset="0"/>
                    <a:ea typeface="Cambria Math" panose="02040503050406030204" pitchFamily="18" charset="0"/>
                  </a:rPr>
                  <a:t>H</a:t>
                </a:r>
                <a:r>
                  <a:rPr lang="sr-Latn-RS" dirty="0"/>
                  <a:t> – </a:t>
                </a:r>
                <a:r>
                  <a:rPr lang="sr-Latn-RS" b="1" dirty="0">
                    <a:solidFill>
                      <a:srgbClr val="FF0000"/>
                    </a:solidFill>
                  </a:rPr>
                  <a:t>promenljiva hipoteza </a:t>
                </a:r>
                <a:r>
                  <a:rPr lang="sr-Latn-RS" b="1" dirty="0"/>
                  <a:t>(njenu raspodelu želimo)</a:t>
                </a:r>
              </a:p>
              <a:p>
                <a14:m>
                  <m:oMath xmlns:m="http://schemas.openxmlformats.org/officeDocument/2006/math">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𝐼</m:t>
                        </m:r>
                      </m:e>
                      <m:sub>
                        <m:r>
                          <a:rPr lang="en-US" b="0" i="1" smtClean="0">
                            <a:latin typeface="Cambria Math" panose="02040503050406030204" pitchFamily="18" charset="0"/>
                          </a:rPr>
                          <m:t>𝑛</m:t>
                        </m:r>
                      </m:sub>
                    </m:sSub>
                  </m:oMath>
                </a14:m>
                <a:r>
                  <a:rPr lang="en-US" dirty="0"/>
                  <a:t>} – </a:t>
                </a:r>
                <a:r>
                  <a:rPr lang="en-US" b="1" dirty="0" err="1">
                    <a:solidFill>
                      <a:srgbClr val="FF0000"/>
                    </a:solidFill>
                  </a:rPr>
                  <a:t>informacione</a:t>
                </a:r>
                <a:r>
                  <a:rPr lang="en-US" b="1" dirty="0">
                    <a:solidFill>
                      <a:srgbClr val="FF0000"/>
                    </a:solidFill>
                  </a:rPr>
                  <a:t> </a:t>
                </a:r>
                <a:r>
                  <a:rPr lang="en-US" b="1" dirty="0" err="1">
                    <a:solidFill>
                      <a:srgbClr val="FF0000"/>
                    </a:solidFill>
                  </a:rPr>
                  <a:t>promenljive</a:t>
                </a:r>
                <a:r>
                  <a:rPr lang="en-US" b="1" dirty="0">
                    <a:solidFill>
                      <a:srgbClr val="FF0000"/>
                    </a:solidFill>
                  </a:rPr>
                  <a:t> </a:t>
                </a:r>
                <a:r>
                  <a:rPr lang="en-US" b="1" dirty="0"/>
                  <a:t>(</a:t>
                </a:r>
                <a:r>
                  <a:rPr lang="sr-Latn-RS" b="1" dirty="0"/>
                  <a:t>opservabilne</a:t>
                </a:r>
                <a:r>
                  <a:rPr lang="en-US" b="1" dirty="0"/>
                  <a:t>)</a:t>
                </a:r>
                <a:endParaRPr lang="sr-Latn-RS" b="1" dirty="0"/>
              </a:p>
            </p:txBody>
          </p:sp>
        </mc:Choice>
        <mc:Fallback xmlns="">
          <p:sp>
            <p:nvSpPr>
              <p:cNvPr id="6" name="TextBox 5">
                <a:extLst>
                  <a:ext uri="{FF2B5EF4-FFF2-40B4-BE49-F238E27FC236}">
                    <a16:creationId xmlns:a16="http://schemas.microsoft.com/office/drawing/2014/main" id="{8EBE74DB-C6CE-7383-75F8-FAC417188E4A}"/>
                  </a:ext>
                </a:extLst>
              </p:cNvPr>
              <p:cNvSpPr txBox="1">
                <a:spLocks noRot="1" noChangeAspect="1" noMove="1" noResize="1" noEditPoints="1" noAdjustHandles="1" noChangeArrowheads="1" noChangeShapeType="1" noTextEdit="1"/>
              </p:cNvSpPr>
              <p:nvPr/>
            </p:nvSpPr>
            <p:spPr>
              <a:xfrm>
                <a:off x="2592924" y="1268361"/>
                <a:ext cx="8065243" cy="658514"/>
              </a:xfrm>
              <a:prstGeom prst="rect">
                <a:avLst/>
              </a:prstGeom>
              <a:blipFill>
                <a:blip r:embed="rId3"/>
                <a:stretch>
                  <a:fillRect l="-605" t="-4630" b="-120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8F7A250-A090-09BA-728B-8A727BF43A18}"/>
                  </a:ext>
                </a:extLst>
              </p:cNvPr>
              <p:cNvSpPr txBox="1"/>
              <p:nvPr/>
            </p:nvSpPr>
            <p:spPr>
              <a:xfrm>
                <a:off x="3402912" y="5539703"/>
                <a:ext cx="5486624" cy="75623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e>
                      </m:d>
                      <m:r>
                        <a:rPr lang="sr-Latn-RS" b="0" i="1" smtClean="0">
                          <a:latin typeface="Cambria Math" panose="02040503050406030204" pitchFamily="18" charset="0"/>
                        </a:rPr>
                        <m:t>=</m:t>
                      </m:r>
                      <m:f>
                        <m:fPr>
                          <m:ctrlPr>
                            <a:rPr lang="sr-Latn-R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r>
                            <a:rPr lang="en-US" b="0" i="1" smtClean="0">
                              <a:latin typeface="Cambria Math" panose="02040503050406030204" pitchFamily="18" charset="0"/>
                            </a:rPr>
                            <m:t>)</m:t>
                          </m:r>
                        </m:den>
                      </m:f>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nary>
                        <m:naryPr>
                          <m:chr m:val="∏"/>
                          <m:ctrlPr>
                            <a:rPr lang="sr-Latn-R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𝑖</m:t>
                                  </m:r>
                                </m:sub>
                              </m:sSub>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𝐻</m:t>
                          </m:r>
                          <m:r>
                            <a:rPr lang="en-US" b="0" i="1" smtClean="0">
                              <a:latin typeface="Cambria Math" panose="02040503050406030204" pitchFamily="18" charset="0"/>
                            </a:rPr>
                            <m:t>)</m:t>
                          </m:r>
                        </m:e>
                      </m:nary>
                    </m:oMath>
                  </m:oMathPara>
                </a14:m>
                <a:endParaRPr lang="en-US" dirty="0"/>
              </a:p>
            </p:txBody>
          </p:sp>
        </mc:Choice>
        <mc:Fallback xmlns="">
          <p:sp>
            <p:nvSpPr>
              <p:cNvPr id="7" name="TextBox 6">
                <a:extLst>
                  <a:ext uri="{FF2B5EF4-FFF2-40B4-BE49-F238E27FC236}">
                    <a16:creationId xmlns:a16="http://schemas.microsoft.com/office/drawing/2014/main" id="{88F7A250-A090-09BA-728B-8A727BF43A18}"/>
                  </a:ext>
                </a:extLst>
              </p:cNvPr>
              <p:cNvSpPr txBox="1">
                <a:spLocks noRot="1" noChangeAspect="1" noMove="1" noResize="1" noEditPoints="1" noAdjustHandles="1" noChangeArrowheads="1" noChangeShapeType="1" noTextEdit="1"/>
              </p:cNvSpPr>
              <p:nvPr/>
            </p:nvSpPr>
            <p:spPr>
              <a:xfrm>
                <a:off x="3402912" y="5539703"/>
                <a:ext cx="5486624" cy="75623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56A487C-9857-9FF5-1358-6A0EBED748D1}"/>
                  </a:ext>
                </a:extLst>
              </p:cNvPr>
              <p:cNvSpPr txBox="1"/>
              <p:nvPr/>
            </p:nvSpPr>
            <p:spPr>
              <a:xfrm>
                <a:off x="4398936" y="4528131"/>
                <a:ext cx="3394128" cy="276999"/>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sr-Latn-RS" b="0" i="1" smtClean="0">
                            <a:latin typeface="Cambria Math" panose="02040503050406030204" pitchFamily="18" charset="0"/>
                          </a:rPr>
                          <m:t>𝑈</m:t>
                        </m:r>
                      </m:e>
                    </m:d>
                    <m:r>
                      <a:rPr lang="sr-Latn-RS" b="0" i="1" smtClean="0">
                        <a:latin typeface="Cambria Math" panose="02040503050406030204" pitchFamily="18" charset="0"/>
                      </a:rPr>
                      <m:t>=</m:t>
                    </m:r>
                    <m:r>
                      <a:rPr lang="sr-Latn-RS" b="0" i="1" smtClean="0">
                        <a:latin typeface="Cambria Math" panose="02040503050406030204" pitchFamily="18" charset="0"/>
                      </a:rPr>
                      <m:t>𝑃</m:t>
                    </m:r>
                    <m:d>
                      <m:dPr>
                        <m:ctrlPr>
                          <a:rPr lang="sr-Latn-RS" b="0" i="1" smtClean="0">
                            <a:latin typeface="Cambria Math" panose="02040503050406030204" pitchFamily="18" charset="0"/>
                          </a:rPr>
                        </m:ctrlPr>
                      </m:dPr>
                      <m:e>
                        <m:r>
                          <a:rPr lang="sr-Latn-RS" b="0" i="1" smtClean="0">
                            <a:latin typeface="Cambria Math" panose="02040503050406030204" pitchFamily="18" charset="0"/>
                          </a:rPr>
                          <m:t>𝐻</m:t>
                        </m:r>
                      </m:e>
                    </m:d>
                    <m:r>
                      <a:rPr lang="sr-Latn-RS" b="0" i="1" smtClean="0">
                        <a:latin typeface="Cambria Math" panose="02040503050406030204" pitchFamily="18" charset="0"/>
                      </a:rPr>
                      <m:t>𝑃</m:t>
                    </m:r>
                    <m:d>
                      <m:dPr>
                        <m:ctrlPr>
                          <a:rPr lang="sr-Latn-RS" b="0" i="1" smtClean="0">
                            <a:latin typeface="Cambria Math" panose="02040503050406030204" pitchFamily="18" charset="0"/>
                          </a:rPr>
                        </m:ctrlPr>
                      </m:dPr>
                      <m:e>
                        <m:sSub>
                          <m:sSubPr>
                            <m:ctrlPr>
                              <a:rPr lang="sr-Latn-RS" b="0" i="1" smtClean="0">
                                <a:latin typeface="Cambria Math" panose="02040503050406030204" pitchFamily="18" charset="0"/>
                              </a:rPr>
                            </m:ctrlPr>
                          </m:sSubPr>
                          <m:e>
                            <m:r>
                              <a:rPr lang="sr-Latn-RS" b="0" i="1" smtClean="0">
                                <a:latin typeface="Cambria Math" panose="02040503050406030204" pitchFamily="18" charset="0"/>
                              </a:rPr>
                              <m:t>𝐼</m:t>
                            </m:r>
                          </m:e>
                          <m:sub>
                            <m:r>
                              <a:rPr lang="sr-Latn-R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𝐻</m:t>
                        </m:r>
                      </m:e>
                    </m:d>
                    <m:r>
                      <a:rPr lang="sr-Latn-RS" b="0" i="1" smtClean="0">
                        <a:latin typeface="Cambria Math" panose="02040503050406030204" pitchFamily="18" charset="0"/>
                      </a:rPr>
                      <m:t>…</m:t>
                    </m:r>
                  </m:oMath>
                </a14:m>
                <a:r>
                  <a:rPr lang="sr-Latn-RS" dirty="0"/>
                  <a:t> </a:t>
                </a:r>
                <a14:m>
                  <m:oMath xmlns:m="http://schemas.openxmlformats.org/officeDocument/2006/math">
                    <m:r>
                      <a:rPr lang="sr-Latn-RS" i="1">
                        <a:latin typeface="Cambria Math" panose="02040503050406030204" pitchFamily="18" charset="0"/>
                      </a:rPr>
                      <m:t>𝑃</m:t>
                    </m:r>
                    <m:d>
                      <m:dPr>
                        <m:ctrlPr>
                          <a:rPr lang="sr-Latn-RS" i="1">
                            <a:latin typeface="Cambria Math" panose="02040503050406030204" pitchFamily="18" charset="0"/>
                          </a:rPr>
                        </m:ctrlPr>
                      </m:dPr>
                      <m:e>
                        <m:sSub>
                          <m:sSubPr>
                            <m:ctrlPr>
                              <a:rPr lang="sr-Latn-RS" i="1">
                                <a:latin typeface="Cambria Math" panose="02040503050406030204" pitchFamily="18" charset="0"/>
                              </a:rPr>
                            </m:ctrlPr>
                          </m:sSubPr>
                          <m:e>
                            <m:r>
                              <a:rPr lang="sr-Latn-RS" i="1">
                                <a:latin typeface="Cambria Math" panose="02040503050406030204" pitchFamily="18" charset="0"/>
                              </a:rPr>
                              <m:t>𝐼</m:t>
                            </m:r>
                          </m:e>
                          <m:sub>
                            <m:r>
                              <a:rPr lang="sr-Latn-RS" b="0" i="1" smtClean="0">
                                <a:latin typeface="Cambria Math" panose="02040503050406030204" pitchFamily="18" charset="0"/>
                              </a:rPr>
                              <m:t>𝑛</m:t>
                            </m:r>
                          </m:sub>
                        </m:sSub>
                        <m:r>
                          <a:rPr lang="en-US" b="0" i="1" smtClean="0">
                            <a:latin typeface="Cambria Math" panose="02040503050406030204" pitchFamily="18" charset="0"/>
                          </a:rPr>
                          <m:t> | </m:t>
                        </m:r>
                        <m:r>
                          <a:rPr lang="en-US" b="0" i="1" smtClean="0">
                            <a:latin typeface="Cambria Math" panose="02040503050406030204" pitchFamily="18" charset="0"/>
                          </a:rPr>
                          <m:t>𝐻</m:t>
                        </m:r>
                      </m:e>
                    </m:d>
                  </m:oMath>
                </a14:m>
                <a:endParaRPr lang="en-US" dirty="0"/>
              </a:p>
            </p:txBody>
          </p:sp>
        </mc:Choice>
        <mc:Fallback xmlns="">
          <p:sp>
            <p:nvSpPr>
              <p:cNvPr id="8" name="TextBox 7">
                <a:extLst>
                  <a:ext uri="{FF2B5EF4-FFF2-40B4-BE49-F238E27FC236}">
                    <a16:creationId xmlns:a16="http://schemas.microsoft.com/office/drawing/2014/main" id="{556A487C-9857-9FF5-1358-6A0EBED748D1}"/>
                  </a:ext>
                </a:extLst>
              </p:cNvPr>
              <p:cNvSpPr txBox="1">
                <a:spLocks noRot="1" noChangeAspect="1" noMove="1" noResize="1" noEditPoints="1" noAdjustHandles="1" noChangeArrowheads="1" noChangeShapeType="1" noTextEdit="1"/>
              </p:cNvSpPr>
              <p:nvPr/>
            </p:nvSpPr>
            <p:spPr>
              <a:xfrm>
                <a:off x="4398936" y="4528131"/>
                <a:ext cx="3394128" cy="276999"/>
              </a:xfrm>
              <a:prstGeom prst="rect">
                <a:avLst/>
              </a:prstGeom>
              <a:blipFill>
                <a:blip r:embed="rId5"/>
                <a:stretch>
                  <a:fillRect l="-2518" b="-4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B4A02FA-2E15-4EE6-6BB9-AD65EA390772}"/>
                  </a:ext>
                </a:extLst>
              </p:cNvPr>
              <p:cNvSpPr txBox="1"/>
              <p:nvPr/>
            </p:nvSpPr>
            <p:spPr>
              <a:xfrm>
                <a:off x="3352688" y="4932614"/>
                <a:ext cx="5486624" cy="60708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𝑛</m:t>
                              </m:r>
                            </m:sub>
                          </m:sSub>
                        </m:e>
                      </m:d>
                      <m:r>
                        <a:rPr lang="sr-Latn-RS" b="0" i="1" smtClean="0">
                          <a:latin typeface="Cambria Math" panose="02040503050406030204" pitchFamily="18" charset="0"/>
                        </a:rPr>
                        <m:t>=</m:t>
                      </m:r>
                      <m:f>
                        <m:fPr>
                          <m:ctrlPr>
                            <a:rPr lang="sr-Latn-R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𝑈</m:t>
                              </m:r>
                            </m:e>
                          </m:d>
                        </m:num>
                        <m:den>
                          <m:nary>
                            <m:naryPr>
                              <m:chr m:val="∑"/>
                              <m:supHide m:val="on"/>
                              <m:ctrlPr>
                                <a:rPr lang="sr-Latn-RS" b="0" i="1" smtClean="0">
                                  <a:latin typeface="Cambria Math" panose="02040503050406030204" pitchFamily="18" charset="0"/>
                                </a:rPr>
                              </m:ctrlPr>
                            </m:naryPr>
                            <m:sub>
                              <m:r>
                                <m:rPr>
                                  <m:brk m:alnAt="7"/>
                                </m:rPr>
                                <a:rPr lang="en-US" b="0" i="1" smtClean="0">
                                  <a:latin typeface="Cambria Math" panose="02040503050406030204" pitchFamily="18" charset="0"/>
                                </a:rPr>
                                <m:t>𝐻</m:t>
                              </m:r>
                            </m:sub>
                            <m:sup/>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e>
                          </m:nary>
                        </m:den>
                      </m:f>
                    </m:oMath>
                  </m:oMathPara>
                </a14:m>
                <a:endParaRPr lang="en-US" dirty="0"/>
              </a:p>
            </p:txBody>
          </p:sp>
        </mc:Choice>
        <mc:Fallback xmlns="">
          <p:sp>
            <p:nvSpPr>
              <p:cNvPr id="3" name="TextBox 2">
                <a:extLst>
                  <a:ext uri="{FF2B5EF4-FFF2-40B4-BE49-F238E27FC236}">
                    <a16:creationId xmlns:a16="http://schemas.microsoft.com/office/drawing/2014/main" id="{EB4A02FA-2E15-4EE6-6BB9-AD65EA390772}"/>
                  </a:ext>
                </a:extLst>
              </p:cNvPr>
              <p:cNvSpPr txBox="1">
                <a:spLocks noRot="1" noChangeAspect="1" noMove="1" noResize="1" noEditPoints="1" noAdjustHandles="1" noChangeArrowheads="1" noChangeShapeType="1" noTextEdit="1"/>
              </p:cNvSpPr>
              <p:nvPr/>
            </p:nvSpPr>
            <p:spPr>
              <a:xfrm>
                <a:off x="3352688" y="4932614"/>
                <a:ext cx="5486624" cy="60708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EAC350-6FB9-479E-2C6E-875B3D73350A}"/>
                  </a:ext>
                </a:extLst>
              </p:cNvPr>
              <p:cNvSpPr txBox="1"/>
              <p:nvPr/>
            </p:nvSpPr>
            <p:spPr>
              <a:xfrm>
                <a:off x="8148320" y="2171066"/>
                <a:ext cx="4124959" cy="1754326"/>
              </a:xfrm>
              <a:prstGeom prst="rect">
                <a:avLst/>
              </a:prstGeom>
              <a:noFill/>
            </p:spPr>
            <p:txBody>
              <a:bodyPr wrap="square" rtlCol="0">
                <a:spAutoFit/>
              </a:bodyPr>
              <a:lstStyle/>
              <a:p>
                <a:pPr marL="285750" indent="-285750">
                  <a:buFontTx/>
                  <a:buChar char="-"/>
                </a:pPr>
                <a14:m>
                  <m:oMath xmlns:m="http://schemas.openxmlformats.org/officeDocument/2006/math">
                    <m:nary>
                      <m:naryPr>
                        <m:chr m:val="∑"/>
                        <m:limLoc m:val="subSup"/>
                        <m:supHide m:val="on"/>
                        <m:ctrlPr>
                          <a:rPr lang="en-US" i="1" smtClean="0">
                            <a:latin typeface="Cambria Math" panose="02040503050406030204" pitchFamily="18" charset="0"/>
                          </a:rPr>
                        </m:ctrlPr>
                      </m:naryPr>
                      <m:sub>
                        <m:r>
                          <m:rPr>
                            <m:brk m:alnAt="9"/>
                          </m:rPr>
                          <a:rPr lang="en-US" b="0" i="1" smtClean="0">
                            <a:latin typeface="Cambria Math" panose="02040503050406030204" pitchFamily="18" charset="0"/>
                          </a:rPr>
                          <m:t>𝐻</m:t>
                        </m:r>
                      </m:sub>
                      <m:sup/>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𝑈</m:t>
                        </m:r>
                        <m:r>
                          <a:rPr lang="en-US" b="0" i="1" smtClean="0">
                            <a:latin typeface="Cambria Math" panose="02040503050406030204" pitchFamily="18" charset="0"/>
                          </a:rPr>
                          <m:t>)</m:t>
                        </m:r>
                      </m:e>
                    </m:nary>
                    <m:r>
                      <a:rPr lang="en-US" b="0" i="1" smtClean="0">
                        <a:latin typeface="Cambria Math" panose="02040503050406030204" pitchFamily="18" charset="0"/>
                      </a:rPr>
                      <m:t> </m:t>
                    </m:r>
                  </m:oMath>
                </a14:m>
                <a:r>
                  <a:rPr lang="en-US" dirty="0"/>
                  <a:t>- </a:t>
                </a:r>
                <a:r>
                  <a:rPr lang="en-US" b="1" dirty="0" err="1"/>
                  <a:t>ovaka</a:t>
                </a:r>
                <a:r>
                  <a:rPr lang="sr-Latn-RS" b="1" dirty="0"/>
                  <a:t>v</a:t>
                </a:r>
                <a:r>
                  <a:rPr lang="en-US" b="1" dirty="0"/>
                  <a:t> </a:t>
                </a:r>
                <a:r>
                  <a:rPr lang="en-US" b="1" dirty="0" err="1"/>
                  <a:t>prora</a:t>
                </a:r>
                <a:r>
                  <a:rPr lang="sr-Latn-RS" b="1" dirty="0"/>
                  <a:t>čun je teško sprovesti.</a:t>
                </a:r>
              </a:p>
              <a:p>
                <a:pPr marL="285750" indent="-285750">
                  <a:buFontTx/>
                  <a:buChar char="-"/>
                </a:pPr>
                <a:r>
                  <a:rPr lang="sr-Latn-RS" b="1" dirty="0"/>
                  <a:t>Vidimo da mreža zaista ispoljava svojstva Naivnog  Bajesa o uslovnoj nezavisnosti.</a:t>
                </a:r>
              </a:p>
              <a:p>
                <a:endParaRPr lang="en-US" b="1" dirty="0"/>
              </a:p>
            </p:txBody>
          </p:sp>
        </mc:Choice>
        <mc:Fallback xmlns="">
          <p:sp>
            <p:nvSpPr>
              <p:cNvPr id="4" name="TextBox 3">
                <a:extLst>
                  <a:ext uri="{FF2B5EF4-FFF2-40B4-BE49-F238E27FC236}">
                    <a16:creationId xmlns:a16="http://schemas.microsoft.com/office/drawing/2014/main" id="{F9EAC350-6FB9-479E-2C6E-875B3D73350A}"/>
                  </a:ext>
                </a:extLst>
              </p:cNvPr>
              <p:cNvSpPr txBox="1">
                <a:spLocks noRot="1" noChangeAspect="1" noMove="1" noResize="1" noEditPoints="1" noAdjustHandles="1" noChangeArrowheads="1" noChangeShapeType="1" noTextEdit="1"/>
              </p:cNvSpPr>
              <p:nvPr/>
            </p:nvSpPr>
            <p:spPr>
              <a:xfrm>
                <a:off x="8148320" y="2171066"/>
                <a:ext cx="4124959" cy="1754326"/>
              </a:xfrm>
              <a:prstGeom prst="rect">
                <a:avLst/>
              </a:prstGeom>
              <a:blipFill>
                <a:blip r:embed="rId7"/>
                <a:stretch>
                  <a:fillRect l="-1331" t="-24653" r="-2811"/>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8C2972E-9215-1F30-C7AC-8722C0465F43}"/>
              </a:ext>
            </a:extLst>
          </p:cNvPr>
          <p:cNvSpPr txBox="1"/>
          <p:nvPr/>
        </p:nvSpPr>
        <p:spPr>
          <a:xfrm>
            <a:off x="9927729" y="117319"/>
            <a:ext cx="2467471" cy="369332"/>
          </a:xfrm>
          <a:prstGeom prst="rect">
            <a:avLst/>
          </a:prstGeom>
          <a:noFill/>
        </p:spPr>
        <p:txBody>
          <a:bodyPr wrap="square" rtlCol="0">
            <a:spAutoFit/>
          </a:bodyPr>
          <a:lstStyle/>
          <a:p>
            <a:r>
              <a:rPr lang="sr-Latn-RS" b="1" dirty="0"/>
              <a:t>Pristup sa mrežom</a:t>
            </a:r>
            <a:endParaRPr lang="en-US" b="1" dirty="0"/>
          </a:p>
        </p:txBody>
      </p:sp>
    </p:spTree>
    <p:extLst>
      <p:ext uri="{BB962C8B-B14F-4D97-AF65-F5344CB8AC3E}">
        <p14:creationId xmlns:p14="http://schemas.microsoft.com/office/powerpoint/2010/main" val="777627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FA56E-9291-1186-D94A-8369188F91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CAC00-6108-FE53-79B1-7219E3B65429}"/>
              </a:ext>
            </a:extLst>
          </p:cNvPr>
          <p:cNvSpPr>
            <a:spLocks noGrp="1"/>
          </p:cNvSpPr>
          <p:nvPr>
            <p:ph type="title"/>
          </p:nvPr>
        </p:nvSpPr>
        <p:spPr>
          <a:xfrm>
            <a:off x="2592925" y="624110"/>
            <a:ext cx="8911687" cy="644251"/>
          </a:xfrm>
        </p:spPr>
        <p:txBody>
          <a:bodyPr/>
          <a:lstStyle/>
          <a:p>
            <a:r>
              <a:rPr lang="sr-Latn-RS" dirty="0"/>
              <a:t>Naivni Bajes - klasifikator</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EF84BC0-2195-FCF5-44C5-0B165B120C79}"/>
                  </a:ext>
                </a:extLst>
              </p:cNvPr>
              <p:cNvSpPr txBox="1"/>
              <p:nvPr/>
            </p:nvSpPr>
            <p:spPr>
              <a:xfrm>
                <a:off x="2592924" y="1268361"/>
                <a:ext cx="8065243" cy="950517"/>
              </a:xfrm>
              <a:prstGeom prst="rect">
                <a:avLst/>
              </a:prstGeom>
              <a:noFill/>
            </p:spPr>
            <p:txBody>
              <a:bodyPr wrap="square" rtlCol="0">
                <a:spAutoFit/>
              </a:bodyPr>
              <a:lstStyle/>
              <a:p>
                <a14:m>
                  <m:oMath xmlns:m="http://schemas.openxmlformats.org/officeDocument/2006/math">
                    <m:r>
                      <a:rPr lang="sr-Latn-RS" b="0" i="1" smtClean="0">
                        <a:latin typeface="Cambria Math" panose="02040503050406030204" pitchFamily="18" charset="0"/>
                        <a:ea typeface="Cambria Math" panose="02040503050406030204" pitchFamily="18" charset="0"/>
                      </a:rPr>
                      <m:t>𝐻</m:t>
                    </m:r>
                    <m:r>
                      <a:rPr lang="sr-Latn-R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𝑚</m:t>
                        </m:r>
                      </m:sub>
                    </m:sSub>
                    <m:r>
                      <a:rPr lang="en-US" b="0" i="1" smtClean="0">
                        <a:latin typeface="Cambria Math" panose="02040503050406030204" pitchFamily="18" charset="0"/>
                        <a:ea typeface="Cambria Math" panose="02040503050406030204" pitchFamily="18" charset="0"/>
                      </a:rPr>
                      <m:t>}</m:t>
                    </m:r>
                  </m:oMath>
                </a14:m>
                <a:r>
                  <a:rPr lang="en-US" i="1" dirty="0">
                    <a:latin typeface="Cambria Math" panose="02040503050406030204" pitchFamily="18" charset="0"/>
                    <a:ea typeface="Cambria Math" panose="02040503050406030204" pitchFamily="18" charset="0"/>
                  </a:rPr>
                  <a:t> – </a:t>
                </a:r>
                <a:r>
                  <a:rPr lang="en-US" b="1" dirty="0" err="1">
                    <a:solidFill>
                      <a:srgbClr val="FF0000"/>
                    </a:solidFill>
                    <a:ea typeface="Cambria Math" panose="02040503050406030204" pitchFamily="18" charset="0"/>
                  </a:rPr>
                  <a:t>Skup</a:t>
                </a:r>
                <a:r>
                  <a:rPr lang="en-US" b="1" dirty="0">
                    <a:solidFill>
                      <a:srgbClr val="FF0000"/>
                    </a:solidFill>
                    <a:ea typeface="Cambria Math" panose="02040503050406030204" pitchFamily="18" charset="0"/>
                  </a:rPr>
                  <a:t> </a:t>
                </a:r>
                <a:r>
                  <a:rPr lang="en-US" b="1" dirty="0" err="1">
                    <a:solidFill>
                      <a:srgbClr val="FF0000"/>
                    </a:solidFill>
                    <a:ea typeface="Cambria Math" panose="02040503050406030204" pitchFamily="18" charset="0"/>
                  </a:rPr>
                  <a:t>klasa</a:t>
                </a:r>
                <a:endParaRPr lang="en-US" b="1" i="1" dirty="0">
                  <a:solidFill>
                    <a:srgbClr val="FF0000"/>
                  </a:solidFill>
                  <a:latin typeface="Cambria Math" panose="02040503050406030204" pitchFamily="18" charset="0"/>
                  <a:ea typeface="Cambria Math" panose="02040503050406030204" pitchFamily="18" charset="0"/>
                </a:endParaRPr>
              </a:p>
              <a:p>
                <a14:m>
                  <m:oMath xmlns:m="http://schemas.openxmlformats.org/officeDocument/2006/math">
                    <m:sSub>
                      <m:sSubPr>
                        <m:ctrlPr>
                          <a:rPr lang="en-US" i="1">
                            <a:latin typeface="Cambria Math" panose="02040503050406030204" pitchFamily="18" charset="0"/>
                          </a:rPr>
                        </m:ctrlPr>
                      </m:sSubPr>
                      <m:e>
                        <m:r>
                          <a:rPr lang="sr-Latn-RS" b="0" i="1" smtClean="0">
                            <a:latin typeface="Cambria Math" panose="02040503050406030204" pitchFamily="18" charset="0"/>
                          </a:rPr>
                          <m:t>𝐼</m:t>
                        </m:r>
                        <m:r>
                          <a:rPr lang="en-US" b="0" i="1" smtClean="0">
                            <a:latin typeface="Cambria Math" panose="02040503050406030204" pitchFamily="18" charset="0"/>
                          </a:rPr>
                          <m:t>=</m:t>
                        </m:r>
                        <m:r>
                          <a:rPr lang="en-US" b="0" i="1" smtClean="0">
                            <a:latin typeface="Cambria Math" panose="02040503050406030204" pitchFamily="18" charset="0"/>
                          </a:rPr>
                          <m:t>𝑋</m:t>
                        </m:r>
                        <m:r>
                          <a:rPr lang="sr-Latn-R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sr-Latn-RS" b="0" i="1" smtClean="0">
                        <a:latin typeface="Cambria Math" panose="02040503050406030204" pitchFamily="18" charset="0"/>
                      </a:rPr>
                      <m:t>(</m:t>
                    </m:r>
                    <m:sSub>
                      <m:sSubPr>
                        <m:ctrlPr>
                          <a:rPr lang="sr-Latn-RS" b="0" i="1" smtClean="0">
                            <a:latin typeface="Cambria Math" panose="02040503050406030204" pitchFamily="18" charset="0"/>
                          </a:rPr>
                        </m:ctrlPr>
                      </m:sSubPr>
                      <m:e>
                        <m:r>
                          <a:rPr lang="sr-Latn-RS" b="0" i="1" smtClean="0">
                            <a:latin typeface="Cambria Math" panose="02040503050406030204" pitchFamily="18" charset="0"/>
                          </a:rPr>
                          <m:t>𝑥</m:t>
                        </m:r>
                      </m:e>
                      <m:sub>
                        <m:r>
                          <a:rPr lang="sr-Latn-RS" b="0" i="1" smtClean="0">
                            <a:latin typeface="Cambria Math" panose="02040503050406030204" pitchFamily="18" charset="0"/>
                          </a:rPr>
                          <m:t>1</m:t>
                        </m:r>
                      </m:sub>
                    </m:sSub>
                    <m:r>
                      <a:rPr lang="sr-Latn-RS" b="0" i="1" smtClean="0">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𝐼</m:t>
                        </m:r>
                      </m:e>
                      <m:sub>
                        <m:r>
                          <a:rPr lang="en-US" b="0" i="1" smtClean="0">
                            <a:latin typeface="Cambria Math" panose="02040503050406030204" pitchFamily="18" charset="0"/>
                          </a:rPr>
                          <m:t>𝑛</m:t>
                        </m:r>
                      </m:sub>
                    </m:sSub>
                    <m:r>
                      <a:rPr lang="sr-Latn-RS" b="0" i="1" smtClean="0">
                        <a:latin typeface="Cambria Math" panose="02040503050406030204" pitchFamily="18" charset="0"/>
                      </a:rPr>
                      <m:t>(</m:t>
                    </m:r>
                    <m:sSub>
                      <m:sSubPr>
                        <m:ctrlPr>
                          <a:rPr lang="sr-Latn-RS" b="0" i="1" smtClean="0">
                            <a:latin typeface="Cambria Math" panose="02040503050406030204" pitchFamily="18" charset="0"/>
                          </a:rPr>
                        </m:ctrlPr>
                      </m:sSubPr>
                      <m:e>
                        <m:r>
                          <a:rPr lang="sr-Latn-RS" b="0" i="1" smtClean="0">
                            <a:latin typeface="Cambria Math" panose="02040503050406030204" pitchFamily="18" charset="0"/>
                          </a:rPr>
                          <m:t>𝑥</m:t>
                        </m:r>
                      </m:e>
                      <m:sub>
                        <m:r>
                          <a:rPr lang="sr-Latn-RS" b="0" i="1" smtClean="0">
                            <a:latin typeface="Cambria Math" panose="02040503050406030204" pitchFamily="18" charset="0"/>
                          </a:rPr>
                          <m:t>𝑛</m:t>
                        </m:r>
                      </m:sub>
                    </m:sSub>
                    <m:r>
                      <a:rPr lang="sr-Latn-RS" b="0" i="1" smtClean="0">
                        <a:latin typeface="Cambria Math" panose="02040503050406030204" pitchFamily="18" charset="0"/>
                      </a:rPr>
                      <m:t>)</m:t>
                    </m:r>
                    <m:r>
                      <a:rPr lang="en-US" b="0" i="1" smtClean="0">
                        <a:latin typeface="Cambria Math" panose="02040503050406030204" pitchFamily="18" charset="0"/>
                      </a:rPr>
                      <m:t>}</m:t>
                    </m:r>
                  </m:oMath>
                </a14:m>
                <a:r>
                  <a:rPr lang="en-US" dirty="0"/>
                  <a:t> – </a:t>
                </a:r>
                <a:r>
                  <a:rPr lang="en-US" b="1" dirty="0" err="1">
                    <a:solidFill>
                      <a:srgbClr val="FF0000"/>
                    </a:solidFill>
                  </a:rPr>
                  <a:t>Skup</a:t>
                </a:r>
                <a:r>
                  <a:rPr lang="en-US" b="1" dirty="0">
                    <a:solidFill>
                      <a:srgbClr val="FF0000"/>
                    </a:solidFill>
                  </a:rPr>
                  <a:t> </a:t>
                </a:r>
                <a:r>
                  <a:rPr lang="en-US" b="1" dirty="0" err="1">
                    <a:solidFill>
                      <a:srgbClr val="FF0000"/>
                    </a:solidFill>
                  </a:rPr>
                  <a:t>obele</a:t>
                </a:r>
                <a:r>
                  <a:rPr lang="sr-Latn-RS" b="1" dirty="0">
                    <a:solidFill>
                      <a:srgbClr val="FF0000"/>
                    </a:solidFill>
                  </a:rPr>
                  <a:t>žja</a:t>
                </a:r>
                <a:endParaRPr lang="sr-Latn-RS" b="1"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𝑜𝑏𝑠</m:t>
                        </m:r>
                      </m:sub>
                    </m:sSub>
                    <m:r>
                      <a:rPr lang="en-US" b="0" i="1" smtClean="0">
                        <a:latin typeface="Cambria Math" panose="02040503050406030204" pitchFamily="18" charset="0"/>
                      </a:rPr>
                      <m:t>={</m:t>
                    </m:r>
                    <m:sSub>
                      <m:sSubPr>
                        <m:ctrlPr>
                          <a:rPr lang="sr-Latn-RS" i="1">
                            <a:latin typeface="Cambria Math" panose="02040503050406030204" pitchFamily="18" charset="0"/>
                          </a:rPr>
                        </m:ctrlPr>
                      </m:sSubPr>
                      <m:e>
                        <m:r>
                          <a:rPr lang="sr-Latn-RS" i="1">
                            <a:latin typeface="Cambria Math" panose="02040503050406030204" pitchFamily="18" charset="0"/>
                          </a:rPr>
                          <m:t>𝑥</m:t>
                        </m:r>
                      </m:e>
                      <m:sub>
                        <m:r>
                          <a:rPr lang="sr-Latn-RS" i="1">
                            <a:latin typeface="Cambria Math" panose="02040503050406030204" pitchFamily="18" charset="0"/>
                          </a:rPr>
                          <m:t>1</m:t>
                        </m:r>
                      </m:sub>
                    </m:sSub>
                    <m:r>
                      <a:rPr lang="sr-Latn-RS" b="0" i="1" smtClean="0">
                        <a:latin typeface="Cambria Math" panose="02040503050406030204" pitchFamily="18" charset="0"/>
                      </a:rPr>
                      <m:t>,…, </m:t>
                    </m:r>
                    <m:sSub>
                      <m:sSubPr>
                        <m:ctrlPr>
                          <a:rPr lang="sr-Latn-RS" b="0" i="1" smtClean="0">
                            <a:latin typeface="Cambria Math" panose="02040503050406030204" pitchFamily="18" charset="0"/>
                          </a:rPr>
                        </m:ctrlPr>
                      </m:sSubPr>
                      <m:e>
                        <m:r>
                          <a:rPr lang="sr-Latn-RS" b="0" i="1" smtClean="0">
                            <a:latin typeface="Cambria Math" panose="02040503050406030204" pitchFamily="18" charset="0"/>
                          </a:rPr>
                          <m:t>𝑥</m:t>
                        </m:r>
                      </m:e>
                      <m:sub>
                        <m:r>
                          <a:rPr lang="sr-Latn-RS" b="0" i="1" smtClean="0">
                            <a:latin typeface="Cambria Math" panose="02040503050406030204" pitchFamily="18" charset="0"/>
                          </a:rPr>
                          <m:t>𝑛</m:t>
                        </m:r>
                      </m:sub>
                    </m:sSub>
                    <m:r>
                      <a:rPr lang="en-US" b="0" i="1" smtClean="0">
                        <a:latin typeface="Cambria Math" panose="02040503050406030204" pitchFamily="18" charset="0"/>
                      </a:rPr>
                      <m:t>}</m:t>
                    </m:r>
                  </m:oMath>
                </a14:m>
                <a:r>
                  <a:rPr lang="en-US" dirty="0"/>
                  <a:t> – </a:t>
                </a:r>
                <a:r>
                  <a:rPr lang="sr-Latn-RS" b="1" dirty="0">
                    <a:solidFill>
                      <a:srgbClr val="FF0000"/>
                    </a:solidFill>
                  </a:rPr>
                  <a:t>Konkretna opservacija</a:t>
                </a:r>
              </a:p>
            </p:txBody>
          </p:sp>
        </mc:Choice>
        <mc:Fallback xmlns="">
          <p:sp>
            <p:nvSpPr>
              <p:cNvPr id="6" name="TextBox 5">
                <a:extLst>
                  <a:ext uri="{FF2B5EF4-FFF2-40B4-BE49-F238E27FC236}">
                    <a16:creationId xmlns:a16="http://schemas.microsoft.com/office/drawing/2014/main" id="{EEF84BC0-2195-FCF5-44C5-0B165B120C79}"/>
                  </a:ext>
                </a:extLst>
              </p:cNvPr>
              <p:cNvSpPr txBox="1">
                <a:spLocks noRot="1" noChangeAspect="1" noMove="1" noResize="1" noEditPoints="1" noAdjustHandles="1" noChangeArrowheads="1" noChangeShapeType="1" noTextEdit="1"/>
              </p:cNvSpPr>
              <p:nvPr/>
            </p:nvSpPr>
            <p:spPr>
              <a:xfrm>
                <a:off x="2592924" y="1268361"/>
                <a:ext cx="8065243" cy="950517"/>
              </a:xfrm>
              <a:prstGeom prst="rect">
                <a:avLst/>
              </a:prstGeom>
              <a:blipFill>
                <a:blip r:embed="rId2"/>
                <a:stretch>
                  <a:fillRect t="-3205" b="-6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E32A1C57-9123-A8B5-00A9-138CFF252945}"/>
                  </a:ext>
                </a:extLst>
              </p:cNvPr>
              <p:cNvSpPr>
                <a:spLocks noGrp="1"/>
              </p:cNvSpPr>
              <p:nvPr>
                <p:ph idx="1"/>
              </p:nvPr>
            </p:nvSpPr>
            <p:spPr>
              <a:xfrm>
                <a:off x="2592924" y="2374988"/>
                <a:ext cx="8911686" cy="3777622"/>
              </a:xfrm>
            </p:spPr>
            <p:txBody>
              <a:bodyPr/>
              <a:lstStyle/>
              <a:p>
                <a:r>
                  <a:rPr lang="sr-Latn-RS" b="1" dirty="0">
                    <a:solidFill>
                      <a:schemeClr val="tx1"/>
                    </a:solidFill>
                  </a:rPr>
                  <a:t>Definicija klasifikatora:</a:t>
                </a:r>
              </a:p>
              <a:p>
                <a:pPr marL="0" indent="0">
                  <a:buNone/>
                </a:pPr>
                <a14:m>
                  <m:oMathPara xmlns:m="http://schemas.openxmlformats.org/officeDocument/2006/math">
                    <m:oMathParaPr>
                      <m:jc m:val="centerGroup"/>
                    </m:oMathParaPr>
                    <m:oMath xmlns:m="http://schemas.openxmlformats.org/officeDocument/2006/math">
                      <m:sSub>
                        <m:sSubPr>
                          <m:ctrlPr>
                            <a:rPr lang="sr-Latn-RS" sz="2000" b="1" i="1" smtClean="0">
                              <a:solidFill>
                                <a:srgbClr val="FF0000"/>
                              </a:solidFill>
                              <a:latin typeface="Cambria Math" panose="02040503050406030204" pitchFamily="18" charset="0"/>
                            </a:rPr>
                          </m:ctrlPr>
                        </m:sSubPr>
                        <m:e>
                          <m:r>
                            <a:rPr lang="sr-Latn-RS" sz="2000" b="1" i="1" smtClean="0">
                              <a:solidFill>
                                <a:srgbClr val="FF0000"/>
                              </a:solidFill>
                              <a:latin typeface="Cambria Math" panose="02040503050406030204" pitchFamily="18" charset="0"/>
                            </a:rPr>
                            <m:t>𝒌</m:t>
                          </m:r>
                        </m:e>
                        <m:sub>
                          <m:r>
                            <a:rPr lang="sr-Latn-RS" sz="2000" b="1" i="1" smtClean="0">
                              <a:solidFill>
                                <a:srgbClr val="FF0000"/>
                              </a:solidFill>
                              <a:latin typeface="Cambria Math" panose="02040503050406030204" pitchFamily="18" charset="0"/>
                            </a:rPr>
                            <m:t>𝒐𝒖𝒕</m:t>
                          </m:r>
                        </m:sub>
                      </m:sSub>
                      <m:r>
                        <a:rPr lang="es-ES" sz="2000" b="1" i="1">
                          <a:solidFill>
                            <a:srgbClr val="FF0000"/>
                          </a:solidFill>
                          <a:latin typeface="Cambria Math" panose="02040503050406030204" pitchFamily="18" charset="0"/>
                        </a:rPr>
                        <m:t> = </m:t>
                      </m:r>
                      <m:r>
                        <a:rPr lang="es-ES" sz="2000" b="1" i="1">
                          <a:solidFill>
                            <a:srgbClr val="FF0000"/>
                          </a:solidFill>
                          <a:latin typeface="Cambria Math" panose="02040503050406030204" pitchFamily="18" charset="0"/>
                        </a:rPr>
                        <m:t>𝒂𝒓𝒈</m:t>
                      </m:r>
                      <m:sSub>
                        <m:sSubPr>
                          <m:ctrlPr>
                            <a:rPr lang="es-ES" sz="2000" b="1" i="1" smtClean="0">
                              <a:solidFill>
                                <a:srgbClr val="FF0000"/>
                              </a:solidFill>
                              <a:latin typeface="Cambria Math" panose="02040503050406030204" pitchFamily="18" charset="0"/>
                            </a:rPr>
                          </m:ctrlPr>
                        </m:sSubPr>
                        <m:e>
                          <m:r>
                            <a:rPr lang="sr-Latn-RS" sz="2000" b="1" i="1" smtClean="0">
                              <a:solidFill>
                                <a:srgbClr val="FF0000"/>
                              </a:solidFill>
                              <a:latin typeface="Cambria Math" panose="02040503050406030204" pitchFamily="18" charset="0"/>
                            </a:rPr>
                            <m:t>𝒎𝒂𝒙</m:t>
                          </m:r>
                        </m:e>
                        <m:sub>
                          <m:r>
                            <a:rPr lang="sr-Latn-RS" sz="2000" b="1" i="1" smtClean="0">
                              <a:solidFill>
                                <a:srgbClr val="FF0000"/>
                              </a:solidFill>
                              <a:latin typeface="Cambria Math" panose="02040503050406030204" pitchFamily="18" charset="0"/>
                            </a:rPr>
                            <m:t>𝒊</m:t>
                          </m:r>
                        </m:sub>
                      </m:sSub>
                      <m:r>
                        <a:rPr lang="sr-Latn-RS" sz="2000" b="1" i="1" smtClean="0">
                          <a:solidFill>
                            <a:srgbClr val="FF0000"/>
                          </a:solidFill>
                          <a:latin typeface="Cambria Math" panose="02040503050406030204" pitchFamily="18" charset="0"/>
                        </a:rPr>
                        <m:t> </m:t>
                      </m:r>
                      <m:r>
                        <a:rPr lang="es-ES" sz="2000" b="1" i="1">
                          <a:solidFill>
                            <a:srgbClr val="FF0000"/>
                          </a:solidFill>
                          <a:latin typeface="Cambria Math" panose="02040503050406030204" pitchFamily="18" charset="0"/>
                        </a:rPr>
                        <m:t>(</m:t>
                      </m:r>
                      <m:r>
                        <a:rPr lang="es-ES" sz="2000" b="1" i="1">
                          <a:solidFill>
                            <a:srgbClr val="FF0000"/>
                          </a:solidFill>
                          <a:latin typeface="Cambria Math" panose="02040503050406030204" pitchFamily="18" charset="0"/>
                        </a:rPr>
                        <m:t>𝑷</m:t>
                      </m:r>
                      <m:r>
                        <a:rPr lang="es-ES" sz="2000" b="1" i="1">
                          <a:solidFill>
                            <a:srgbClr val="FF0000"/>
                          </a:solidFill>
                          <a:latin typeface="Cambria Math" panose="02040503050406030204" pitchFamily="18" charset="0"/>
                        </a:rPr>
                        <m:t>(</m:t>
                      </m:r>
                      <m:r>
                        <a:rPr lang="es-ES" sz="2000" b="1" i="1">
                          <a:solidFill>
                            <a:srgbClr val="FF0000"/>
                          </a:solidFill>
                          <a:latin typeface="Cambria Math" panose="02040503050406030204" pitchFamily="18" charset="0"/>
                        </a:rPr>
                        <m:t>𝑲</m:t>
                      </m:r>
                      <m:r>
                        <a:rPr lang="es-ES" sz="2000" b="1" i="1">
                          <a:solidFill>
                            <a:srgbClr val="FF0000"/>
                          </a:solidFill>
                          <a:latin typeface="Cambria Math" panose="02040503050406030204" pitchFamily="18" charset="0"/>
                        </a:rPr>
                        <m:t> = </m:t>
                      </m:r>
                      <m:sSub>
                        <m:sSubPr>
                          <m:ctrlPr>
                            <a:rPr lang="es-ES" sz="2000" b="1" i="1" smtClean="0">
                              <a:solidFill>
                                <a:srgbClr val="FF0000"/>
                              </a:solidFill>
                              <a:latin typeface="Cambria Math" panose="02040503050406030204" pitchFamily="18" charset="0"/>
                            </a:rPr>
                          </m:ctrlPr>
                        </m:sSubPr>
                        <m:e>
                          <m:r>
                            <a:rPr lang="sr-Latn-RS" sz="2000" b="1" i="1" smtClean="0">
                              <a:solidFill>
                                <a:srgbClr val="FF0000"/>
                              </a:solidFill>
                              <a:latin typeface="Cambria Math" panose="02040503050406030204" pitchFamily="18" charset="0"/>
                            </a:rPr>
                            <m:t>𝒌</m:t>
                          </m:r>
                        </m:e>
                        <m:sub>
                          <m:r>
                            <a:rPr lang="sr-Latn-RS" sz="2000" b="1" i="1" smtClean="0">
                              <a:solidFill>
                                <a:srgbClr val="FF0000"/>
                              </a:solidFill>
                              <a:latin typeface="Cambria Math" panose="02040503050406030204" pitchFamily="18" charset="0"/>
                            </a:rPr>
                            <m:t>𝒊</m:t>
                          </m:r>
                        </m:sub>
                      </m:sSub>
                      <m:r>
                        <a:rPr lang="es-ES" sz="2000" b="1" i="1">
                          <a:solidFill>
                            <a:srgbClr val="FF0000"/>
                          </a:solidFill>
                          <a:latin typeface="Cambria Math" panose="02040503050406030204" pitchFamily="18" charset="0"/>
                        </a:rPr>
                        <m:t> | </m:t>
                      </m:r>
                      <m:r>
                        <a:rPr lang="es-ES" sz="2000" b="1" i="1">
                          <a:solidFill>
                            <a:srgbClr val="FF0000"/>
                          </a:solidFill>
                          <a:latin typeface="Cambria Math" panose="02040503050406030204" pitchFamily="18" charset="0"/>
                        </a:rPr>
                        <m:t>𝑿</m:t>
                      </m:r>
                      <m:r>
                        <a:rPr lang="es-ES" sz="2000" b="1" i="1">
                          <a:solidFill>
                            <a:srgbClr val="FF0000"/>
                          </a:solidFill>
                          <a:latin typeface="Cambria Math" panose="02040503050406030204" pitchFamily="18" charset="0"/>
                        </a:rPr>
                        <m:t>))</m:t>
                      </m:r>
                    </m:oMath>
                  </m:oMathPara>
                </a14:m>
                <a:endParaRPr lang="en-US" sz="2000" b="1" dirty="0">
                  <a:solidFill>
                    <a:srgbClr val="FF0000"/>
                  </a:solidFill>
                </a:endParaRPr>
              </a:p>
              <a:p>
                <a:r>
                  <a:rPr lang="en-US" sz="2000" b="1" dirty="0" err="1">
                    <a:solidFill>
                      <a:schemeClr val="tx1"/>
                    </a:solidFill>
                  </a:rPr>
                  <a:t>Koraci</a:t>
                </a:r>
                <a:r>
                  <a:rPr lang="en-US" sz="2000" b="1" dirty="0">
                    <a:solidFill>
                      <a:schemeClr val="tx1"/>
                    </a:solidFill>
                  </a:rPr>
                  <a:t> </a:t>
                </a:r>
                <a:r>
                  <a:rPr lang="en-US" sz="2000" b="1" dirty="0" err="1">
                    <a:solidFill>
                      <a:schemeClr val="tx1"/>
                    </a:solidFill>
                  </a:rPr>
                  <a:t>projektovanja</a:t>
                </a:r>
                <a:r>
                  <a:rPr lang="en-US" sz="2000" b="1" dirty="0">
                    <a:solidFill>
                      <a:schemeClr val="tx1"/>
                    </a:solidFill>
                  </a:rPr>
                  <a:t> </a:t>
                </a:r>
                <a:r>
                  <a:rPr lang="en-US" sz="2000" b="1" dirty="0" err="1">
                    <a:solidFill>
                      <a:schemeClr val="tx1"/>
                    </a:solidFill>
                  </a:rPr>
                  <a:t>i</a:t>
                </a:r>
                <a:r>
                  <a:rPr lang="en-US" sz="2000" b="1" dirty="0">
                    <a:solidFill>
                      <a:schemeClr val="tx1"/>
                    </a:solidFill>
                  </a:rPr>
                  <a:t> </a:t>
                </a:r>
                <a:r>
                  <a:rPr lang="en-US" sz="2000" b="1" dirty="0" err="1">
                    <a:solidFill>
                      <a:schemeClr val="tx1"/>
                    </a:solidFill>
                  </a:rPr>
                  <a:t>klasifkacije</a:t>
                </a:r>
                <a:r>
                  <a:rPr lang="en-US" sz="2000" b="1" dirty="0">
                    <a:solidFill>
                      <a:schemeClr val="tx1"/>
                    </a:solidFill>
                  </a:rPr>
                  <a:t>: </a:t>
                </a:r>
              </a:p>
              <a:p>
                <a:pPr marL="457200" indent="-457200">
                  <a:buFont typeface="+mj-lt"/>
                  <a:buAutoNum type="arabicPeriod"/>
                </a:pPr>
                <a:r>
                  <a:rPr lang="sr-Latn-RS" sz="2000" b="1" dirty="0">
                    <a:solidFill>
                      <a:schemeClr val="tx1"/>
                    </a:solidFill>
                  </a:rPr>
                  <a:t>Ocena apriorne verovatnoće</a:t>
                </a:r>
                <a:r>
                  <a:rPr lang="en-US" sz="2000" b="1" dirty="0">
                    <a:solidFill>
                      <a:schemeClr val="tx1"/>
                    </a:solidFill>
                  </a:rPr>
                  <a:t> </a:t>
                </a:r>
                <a14:m>
                  <m:oMath xmlns:m="http://schemas.openxmlformats.org/officeDocument/2006/math">
                    <m:r>
                      <a:rPr lang="en-US" sz="2000" b="0" i="1" smtClean="0">
                        <a:solidFill>
                          <a:schemeClr val="tx1"/>
                        </a:solidFill>
                        <a:latin typeface="Cambria Math" panose="02040503050406030204" pitchFamily="18" charset="0"/>
                      </a:rPr>
                      <m:t>𝑃</m:t>
                    </m:r>
                    <m:r>
                      <a:rPr lang="en-US" sz="2000" b="0" i="1" smtClean="0">
                        <a:solidFill>
                          <a:schemeClr val="tx1"/>
                        </a:solidFill>
                        <a:latin typeface="Cambria Math" panose="02040503050406030204" pitchFamily="18" charset="0"/>
                      </a:rPr>
                      <m:t>(</m:t>
                    </m:r>
                    <m:r>
                      <a:rPr lang="sr-Latn-RS" sz="2000" b="0" i="1" smtClean="0">
                        <a:solidFill>
                          <a:schemeClr val="tx1"/>
                        </a:solidFill>
                        <a:latin typeface="Cambria Math" panose="02040503050406030204" pitchFamily="18" charset="0"/>
                      </a:rPr>
                      <m:t>𝐾</m:t>
                    </m:r>
                    <m:r>
                      <a:rPr lang="en-US" sz="2000" b="0" i="1" smtClean="0">
                        <a:solidFill>
                          <a:schemeClr val="tx1"/>
                        </a:solidFill>
                        <a:latin typeface="Cambria Math" panose="02040503050406030204" pitchFamily="18" charset="0"/>
                      </a:rPr>
                      <m:t>)</m:t>
                    </m:r>
                  </m:oMath>
                </a14:m>
                <a:r>
                  <a:rPr lang="en-US" sz="2000" dirty="0">
                    <a:solidFill>
                      <a:schemeClr val="tx1"/>
                    </a:solidFill>
                  </a:rPr>
                  <a:t>. </a:t>
                </a:r>
              </a:p>
              <a:p>
                <a:pPr marL="457200" indent="-457200">
                  <a:buFont typeface="+mj-lt"/>
                  <a:buAutoNum type="arabicPeriod"/>
                </a:pPr>
                <a:r>
                  <a:rPr lang="pl-PL" sz="2000" b="1" dirty="0">
                    <a:solidFill>
                      <a:schemeClr val="tx1"/>
                    </a:solidFill>
                    <a:ea typeface="Cambria Math" panose="02040503050406030204" pitchFamily="18" charset="0"/>
                  </a:rPr>
                  <a:t>Ocena modela za svaku klasu</a:t>
                </a:r>
                <a:r>
                  <a:rPr lang="en-US" sz="2000" b="1" dirty="0">
                    <a:solidFill>
                      <a:schemeClr val="tx1"/>
                    </a:solidFill>
                    <a:ea typeface="Cambria Math" panose="02040503050406030204" pitchFamily="18" charset="0"/>
                  </a:rPr>
                  <a:t>, </a:t>
                </a:r>
                <a:r>
                  <a:rPr lang="en-US" sz="2000" b="1" dirty="0" err="1">
                    <a:solidFill>
                      <a:schemeClr val="tx1"/>
                    </a:solidFill>
                    <a:ea typeface="Cambria Math" panose="02040503050406030204" pitchFamily="18" charset="0"/>
                  </a:rPr>
                  <a:t>tj</a:t>
                </a:r>
                <a:r>
                  <a:rPr lang="en-US" sz="2000" b="1" dirty="0">
                    <a:solidFill>
                      <a:schemeClr val="tx1"/>
                    </a:solidFill>
                    <a:ea typeface="Cambria Math" panose="02040503050406030204" pitchFamily="18" charset="0"/>
                  </a:rPr>
                  <a:t>. </a:t>
                </a:r>
                <a:r>
                  <a:rPr lang="en-US" sz="2000" b="1" dirty="0" err="1">
                    <a:solidFill>
                      <a:schemeClr val="tx1"/>
                    </a:solidFill>
                    <a:ea typeface="Cambria Math" panose="02040503050406030204" pitchFamily="18" charset="0"/>
                  </a:rPr>
                  <a:t>ra</a:t>
                </a:r>
                <a:r>
                  <a:rPr lang="sr-Latn-RS" sz="2000" b="1" dirty="0">
                    <a:solidFill>
                      <a:schemeClr val="tx1"/>
                    </a:solidFill>
                    <a:ea typeface="Cambria Math" panose="02040503050406030204" pitchFamily="18" charset="0"/>
                  </a:rPr>
                  <a:t>čunamo</a:t>
                </a:r>
                <a:r>
                  <a:rPr lang="en-US" sz="2000" b="1" dirty="0">
                    <a:solidFill>
                      <a:schemeClr val="tx1"/>
                    </a:solidFill>
                    <a:ea typeface="Cambria Math" panose="02040503050406030204" pitchFamily="18" charset="0"/>
                  </a:rPr>
                  <a:t> </a:t>
                </a:r>
                <a14:m>
                  <m:oMath xmlns:m="http://schemas.openxmlformats.org/officeDocument/2006/math">
                    <m:r>
                      <a:rPr lang="en-US" sz="2000" i="1">
                        <a:solidFill>
                          <a:schemeClr val="tx1"/>
                        </a:solidFill>
                        <a:latin typeface="Cambria Math" panose="02040503050406030204" pitchFamily="18" charset="0"/>
                      </a:rPr>
                      <m:t>𝑃</m:t>
                    </m:r>
                    <m:d>
                      <m:dPr>
                        <m:endChr m:val="|"/>
                        <m:ctrlPr>
                          <a:rPr lang="en-US" sz="2000" i="1">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𝑋</m:t>
                        </m:r>
                        <m:r>
                          <a:rPr lang="en-US" sz="2000" b="0" i="1" smtClean="0">
                            <a:solidFill>
                              <a:schemeClr val="tx1"/>
                            </a:solidFill>
                            <a:latin typeface="Cambria Math" panose="02040503050406030204" pitchFamily="18" charset="0"/>
                          </a:rPr>
                          <m:t> </m:t>
                        </m:r>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𝐾</m:t>
                    </m:r>
                    <m:r>
                      <a:rPr lang="en-US" sz="2000" i="1">
                        <a:solidFill>
                          <a:schemeClr val="tx1"/>
                        </a:solidFill>
                        <a:latin typeface="Cambria Math" panose="02040503050406030204" pitchFamily="18" charset="0"/>
                      </a:rPr>
                      <m:t>)</m:t>
                    </m:r>
                  </m:oMath>
                </a14:m>
                <a:r>
                  <a:rPr lang="en-US" sz="2000" dirty="0">
                    <a:solidFill>
                      <a:schemeClr val="tx1"/>
                    </a:solidFill>
                  </a:rPr>
                  <a:t>.</a:t>
                </a:r>
              </a:p>
              <a:p>
                <a:pPr marL="457200" indent="-457200">
                  <a:buFont typeface="+mj-lt"/>
                  <a:buAutoNum type="arabicPeriod"/>
                </a:pPr>
                <a:r>
                  <a:rPr lang="en-US" sz="2000" b="1" dirty="0" err="1">
                    <a:solidFill>
                      <a:schemeClr val="tx1"/>
                    </a:solidFill>
                    <a:ea typeface="Cambria Math" panose="02040503050406030204" pitchFamily="18" charset="0"/>
                  </a:rPr>
                  <a:t>Računanje</a:t>
                </a:r>
                <a:r>
                  <a:rPr lang="en-US" sz="2000" b="1" dirty="0">
                    <a:solidFill>
                      <a:schemeClr val="tx1"/>
                    </a:solidFill>
                    <a:ea typeface="Cambria Math" panose="02040503050406030204" pitchFamily="18" charset="0"/>
                  </a:rPr>
                  <a:t> </a:t>
                </a:r>
                <a:r>
                  <a:rPr lang="en-US" sz="2000" b="1" dirty="0" err="1">
                    <a:solidFill>
                      <a:schemeClr val="tx1"/>
                    </a:solidFill>
                    <a:ea typeface="Cambria Math" panose="02040503050406030204" pitchFamily="18" charset="0"/>
                  </a:rPr>
                  <a:t>verovatnoće</a:t>
                </a:r>
                <a:r>
                  <a:rPr lang="sr-Latn-RS" sz="2000" b="1" dirty="0">
                    <a:solidFill>
                      <a:schemeClr val="tx1"/>
                    </a:solidFill>
                    <a:ea typeface="Cambria Math" panose="02040503050406030204" pitchFamily="18" charset="0"/>
                  </a:rPr>
                  <a:t> </a:t>
                </a:r>
                <a14:m>
                  <m:oMath xmlns:m="http://schemas.openxmlformats.org/officeDocument/2006/math">
                    <m:r>
                      <a:rPr lang="en-US" sz="2000" i="1">
                        <a:solidFill>
                          <a:schemeClr val="tx1"/>
                        </a:solidFill>
                        <a:latin typeface="Cambria Math" panose="02040503050406030204" pitchFamily="18" charset="0"/>
                      </a:rPr>
                      <m:t>𝑃</m:t>
                    </m:r>
                    <m:d>
                      <m:dPr>
                        <m:endChr m:val="|"/>
                        <m:ctrlPr>
                          <a:rPr lang="en-US" sz="2000" i="1">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𝑋</m:t>
                            </m:r>
                          </m:e>
                          <m:sub>
                            <m:r>
                              <a:rPr lang="en-US" sz="2000" i="1">
                                <a:solidFill>
                                  <a:schemeClr val="tx1"/>
                                </a:solidFill>
                                <a:latin typeface="Cambria Math" panose="02040503050406030204" pitchFamily="18" charset="0"/>
                              </a:rPr>
                              <m:t>𝑜𝑏𝑠</m:t>
                            </m:r>
                          </m:sub>
                        </m:sSub>
                        <m:r>
                          <a:rPr lang="en-US" sz="2000" i="1">
                            <a:solidFill>
                              <a:schemeClr val="tx1"/>
                            </a:solidFill>
                            <a:latin typeface="Cambria Math" panose="02040503050406030204" pitchFamily="18" charset="0"/>
                          </a:rPr>
                          <m:t> </m:t>
                        </m:r>
                      </m:e>
                    </m:d>
                    <m:r>
                      <a:rPr lang="en-US" sz="2000" i="1">
                        <a:solidFill>
                          <a:schemeClr val="tx1"/>
                        </a:solidFill>
                        <a:latin typeface="Cambria Math" panose="02040503050406030204" pitchFamily="18" charset="0"/>
                      </a:rPr>
                      <m:t> </m:t>
                    </m:r>
                    <m:r>
                      <a:rPr lang="en-US" sz="2000" i="1">
                        <a:solidFill>
                          <a:schemeClr val="tx1"/>
                        </a:solidFill>
                        <a:latin typeface="Cambria Math" panose="02040503050406030204" pitchFamily="18" charset="0"/>
                      </a:rPr>
                      <m:t>𝐾</m:t>
                    </m:r>
                    <m:r>
                      <a:rPr lang="en-US" sz="2000" i="1">
                        <a:solidFill>
                          <a:schemeClr val="tx1"/>
                        </a:solidFill>
                        <a:latin typeface="Cambria Math" panose="02040503050406030204" pitchFamily="18" charset="0"/>
                      </a:rPr>
                      <m:t>)</m:t>
                    </m:r>
                  </m:oMath>
                </a14:m>
                <a:r>
                  <a:rPr lang="sr-Latn-RS" sz="2000" dirty="0">
                    <a:solidFill>
                      <a:schemeClr val="tx1"/>
                    </a:solidFill>
                    <a:ea typeface="Cambria Math" panose="02040503050406030204" pitchFamily="18" charset="0"/>
                  </a:rPr>
                  <a:t>. </a:t>
                </a:r>
                <a:r>
                  <a:rPr lang="sr-Latn-RS" sz="2000" b="1" dirty="0">
                    <a:solidFill>
                      <a:schemeClr val="tx1"/>
                    </a:solidFill>
                    <a:ea typeface="Cambria Math" panose="02040503050406030204" pitchFamily="18" charset="0"/>
                  </a:rPr>
                  <a:t>Računamo </a:t>
                </a:r>
                <a:r>
                  <a:rPr lang="en-US" sz="2000" b="1" dirty="0">
                    <a:solidFill>
                      <a:schemeClr val="tx1"/>
                    </a:solidFill>
                    <a:ea typeface="Cambria Math" panose="02040503050406030204" pitchFamily="18" charset="0"/>
                  </a:rPr>
                  <a:t>da nova </a:t>
                </a:r>
                <a:r>
                  <a:rPr lang="en-US" sz="2000" b="1" dirty="0" err="1">
                    <a:solidFill>
                      <a:schemeClr val="tx1"/>
                    </a:solidFill>
                    <a:ea typeface="Cambria Math" panose="02040503050406030204" pitchFamily="18" charset="0"/>
                  </a:rPr>
                  <a:t>opservacija</a:t>
                </a:r>
                <a:r>
                  <a:rPr lang="en-US" sz="2000" b="1" dirty="0">
                    <a:solidFill>
                      <a:schemeClr val="tx1"/>
                    </a:solidFill>
                    <a:ea typeface="Cambria Math" panose="02040503050406030204" pitchFamily="18" charset="0"/>
                  </a:rPr>
                  <a:t> </a:t>
                </a:r>
                <a14:m>
                  <m:oMath xmlns:m="http://schemas.openxmlformats.org/officeDocument/2006/math">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𝑋</m:t>
                        </m:r>
                      </m:e>
                      <m:sub>
                        <m:r>
                          <a:rPr lang="en-US" sz="2000" i="1">
                            <a:solidFill>
                              <a:schemeClr val="tx1"/>
                            </a:solidFill>
                            <a:latin typeface="Cambria Math" panose="02040503050406030204" pitchFamily="18" charset="0"/>
                          </a:rPr>
                          <m:t>𝑜𝑏𝑠</m:t>
                        </m:r>
                      </m:sub>
                    </m:sSub>
                  </m:oMath>
                </a14:m>
                <a:r>
                  <a:rPr lang="en-US" sz="2000" dirty="0">
                    <a:solidFill>
                      <a:schemeClr val="tx1"/>
                    </a:solidFill>
                    <a:ea typeface="Cambria Math" panose="02040503050406030204" pitchFamily="18" charset="0"/>
                  </a:rPr>
                  <a:t> </a:t>
                </a:r>
                <a:r>
                  <a:rPr lang="en-US" sz="2000" b="1" dirty="0" err="1">
                    <a:solidFill>
                      <a:schemeClr val="tx1"/>
                    </a:solidFill>
                    <a:ea typeface="Cambria Math" panose="02040503050406030204" pitchFamily="18" charset="0"/>
                  </a:rPr>
                  <a:t>pripada</a:t>
                </a:r>
                <a:r>
                  <a:rPr lang="en-US" sz="2000" b="1" dirty="0">
                    <a:solidFill>
                      <a:schemeClr val="tx1"/>
                    </a:solidFill>
                    <a:ea typeface="Cambria Math" panose="02040503050406030204" pitchFamily="18" charset="0"/>
                  </a:rPr>
                  <a:t> </a:t>
                </a:r>
                <a:r>
                  <a:rPr lang="en-US" sz="2000" b="1" dirty="0" err="1">
                    <a:solidFill>
                      <a:schemeClr val="tx1"/>
                    </a:solidFill>
                    <a:ea typeface="Cambria Math" panose="02040503050406030204" pitchFamily="18" charset="0"/>
                  </a:rPr>
                  <a:t>svakoj</a:t>
                </a:r>
                <a:r>
                  <a:rPr lang="en-US" sz="2000" b="1" dirty="0">
                    <a:solidFill>
                      <a:schemeClr val="tx1"/>
                    </a:solidFill>
                    <a:ea typeface="Cambria Math" panose="02040503050406030204" pitchFamily="18" charset="0"/>
                  </a:rPr>
                  <a:t> </a:t>
                </a:r>
                <a:r>
                  <a:rPr lang="en-US" sz="2000" b="1" dirty="0" err="1">
                    <a:solidFill>
                      <a:schemeClr val="tx1"/>
                    </a:solidFill>
                    <a:ea typeface="Cambria Math" panose="02040503050406030204" pitchFamily="18" charset="0"/>
                  </a:rPr>
                  <a:t>klasi</a:t>
                </a:r>
                <a:r>
                  <a:rPr lang="en-US" sz="2000" b="1" dirty="0">
                    <a:solidFill>
                      <a:schemeClr val="tx1"/>
                    </a:solidFill>
                    <a:ea typeface="Cambria Math" panose="02040503050406030204" pitchFamily="18" charset="0"/>
                  </a:rPr>
                  <a:t> </a:t>
                </a:r>
                <a:r>
                  <a:rPr lang="en-US" sz="2000" b="1" dirty="0" err="1">
                    <a:solidFill>
                      <a:schemeClr val="tx1"/>
                    </a:solidFill>
                    <a:ea typeface="Cambria Math" panose="02040503050406030204" pitchFamily="18" charset="0"/>
                  </a:rPr>
                  <a:t>tj</a:t>
                </a:r>
                <a:r>
                  <a:rPr lang="en-US" sz="2000" b="1" dirty="0">
                    <a:solidFill>
                      <a:schemeClr val="tx1"/>
                    </a:solidFill>
                    <a:ea typeface="Cambria Math" panose="02040503050406030204" pitchFamily="18" charset="0"/>
                  </a:rPr>
                  <a:t>. </a:t>
                </a:r>
                <a14:m>
                  <m:oMath xmlns:m="http://schemas.openxmlformats.org/officeDocument/2006/math">
                    <m:r>
                      <a:rPr lang="en-US" sz="2000" i="1" smtClean="0">
                        <a:solidFill>
                          <a:schemeClr val="tx1"/>
                        </a:solidFill>
                        <a:latin typeface="Cambria Math" panose="02040503050406030204" pitchFamily="18" charset="0"/>
                      </a:rPr>
                      <m:t>𝑃</m:t>
                    </m:r>
                    <m:d>
                      <m:dPr>
                        <m:endChr m:val="|"/>
                        <m:ctrlPr>
                          <a:rPr lang="en-US" sz="2000" b="0" i="1" smtClean="0">
                            <a:solidFill>
                              <a:schemeClr val="tx1"/>
                            </a:solidFill>
                            <a:latin typeface="Cambria Math" panose="02040503050406030204" pitchFamily="18" charset="0"/>
                          </a:rPr>
                        </m:ctrlPr>
                      </m:dPr>
                      <m:e>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𝑋</m:t>
                            </m:r>
                          </m:e>
                          <m:sub>
                            <m:r>
                              <a:rPr lang="en-US" sz="2000" i="1">
                                <a:solidFill>
                                  <a:schemeClr val="tx1"/>
                                </a:solidFill>
                                <a:latin typeface="Cambria Math" panose="02040503050406030204" pitchFamily="18" charset="0"/>
                              </a:rPr>
                              <m:t>𝑜𝑏𝑠</m:t>
                            </m:r>
                          </m:sub>
                        </m:sSub>
                        <m:r>
                          <a:rPr lang="en-US" sz="2000" b="0" i="1" smtClean="0">
                            <a:solidFill>
                              <a:schemeClr val="tx1"/>
                            </a:solidFill>
                            <a:latin typeface="Cambria Math" panose="02040503050406030204" pitchFamily="18" charset="0"/>
                          </a:rPr>
                          <m:t> </m:t>
                        </m:r>
                      </m:e>
                    </m:d>
                    <m:r>
                      <a:rPr lang="en-US" sz="2000" b="0" i="1" smtClean="0">
                        <a:solidFill>
                          <a:schemeClr val="tx1"/>
                        </a:solidFill>
                        <a:latin typeface="Cambria Math" panose="02040503050406030204" pitchFamily="18" charset="0"/>
                      </a:rPr>
                      <m:t> </m:t>
                    </m:r>
                    <m:r>
                      <a:rPr lang="en-US" sz="2000" b="0" i="1" smtClean="0">
                        <a:solidFill>
                          <a:schemeClr val="tx1"/>
                        </a:solidFill>
                        <a:latin typeface="Cambria Math" panose="02040503050406030204" pitchFamily="18" charset="0"/>
                      </a:rPr>
                      <m:t>𝐾</m:t>
                    </m:r>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𝑘</m:t>
                        </m:r>
                      </m:e>
                      <m:sub>
                        <m:r>
                          <a:rPr lang="en-US" sz="2000" b="0" i="1" smtClean="0">
                            <a:solidFill>
                              <a:schemeClr val="tx1"/>
                            </a:solidFill>
                            <a:latin typeface="Cambria Math" panose="02040503050406030204" pitchFamily="18" charset="0"/>
                          </a:rPr>
                          <m:t>𝑖</m:t>
                        </m:r>
                      </m:sub>
                    </m:sSub>
                    <m:r>
                      <a:rPr lang="en-US" sz="2000" i="1">
                        <a:solidFill>
                          <a:schemeClr val="tx1"/>
                        </a:solidFill>
                        <a:latin typeface="Cambria Math" panose="02040503050406030204" pitchFamily="18" charset="0"/>
                      </a:rPr>
                      <m:t>)</m:t>
                    </m:r>
                  </m:oMath>
                </a14:m>
                <a:r>
                  <a:rPr lang="en-US" sz="2000" dirty="0">
                    <a:solidFill>
                      <a:schemeClr val="tx1"/>
                    </a:solidFill>
                  </a:rPr>
                  <a:t>.</a:t>
                </a:r>
                <a:endParaRPr lang="en-US" sz="2000" dirty="0">
                  <a:solidFill>
                    <a:schemeClr val="tx1"/>
                  </a:solidFill>
                  <a:ea typeface="Cambria Math" panose="02040503050406030204" pitchFamily="18" charset="0"/>
                </a:endParaRPr>
              </a:p>
              <a:p>
                <a:pPr marL="457200" indent="-457200">
                  <a:buFont typeface="+mj-lt"/>
                  <a:buAutoNum type="arabicPeriod"/>
                </a:pPr>
                <a:r>
                  <a:rPr lang="sr-Latn-RS" sz="2000" b="1" dirty="0">
                    <a:solidFill>
                      <a:schemeClr val="tx1"/>
                    </a:solidFill>
                    <a:ea typeface="Cambria Math" panose="02040503050406030204" pitchFamily="18" charset="0"/>
                  </a:rPr>
                  <a:t>Određivanje maksimalne verovatnoće</a:t>
                </a:r>
                <a:r>
                  <a:rPr lang="en-US" sz="2000" dirty="0">
                    <a:solidFill>
                      <a:schemeClr val="tx1"/>
                    </a:solidFill>
                    <a:ea typeface="Cambria Math" panose="02040503050406030204" pitchFamily="18" charset="0"/>
                  </a:rPr>
                  <a:t> </a:t>
                </a:r>
                <a14:m>
                  <m:oMath xmlns:m="http://schemas.openxmlformats.org/officeDocument/2006/math">
                    <m:r>
                      <a:rPr lang="en-US" sz="2000" i="1">
                        <a:solidFill>
                          <a:schemeClr val="tx1"/>
                        </a:solidFill>
                        <a:latin typeface="Cambria Math" panose="02040503050406030204" pitchFamily="18" charset="0"/>
                      </a:rPr>
                      <m:t>𝑃</m:t>
                    </m:r>
                    <m:d>
                      <m:dPr>
                        <m:endChr m:val="|"/>
                        <m:ctrlPr>
                          <a:rPr lang="en-US" sz="2000" b="0" i="1" smtClean="0">
                            <a:solidFill>
                              <a:schemeClr val="tx1"/>
                            </a:solidFill>
                            <a:latin typeface="Cambria Math" panose="02040503050406030204" pitchFamily="18" charset="0"/>
                          </a:rPr>
                        </m:ctrlPr>
                      </m:dPr>
                      <m:e>
                        <m:r>
                          <a:rPr lang="en-US" sz="2000" b="0" i="1" smtClean="0">
                            <a:solidFill>
                              <a:schemeClr val="tx1"/>
                            </a:solidFill>
                            <a:latin typeface="Cambria Math" panose="02040503050406030204" pitchFamily="18" charset="0"/>
                          </a:rPr>
                          <m:t>𝐾</m:t>
                        </m:r>
                        <m:r>
                          <a:rPr lang="en-US" sz="2000" b="0" i="1" smtClean="0">
                            <a:solidFill>
                              <a:schemeClr val="tx1"/>
                            </a:solidFill>
                            <a:latin typeface="Cambria Math" panose="02040503050406030204" pitchFamily="18" charset="0"/>
                          </a:rPr>
                          <m:t>=</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𝑘</m:t>
                            </m:r>
                          </m:e>
                          <m:sub>
                            <m:r>
                              <a:rPr lang="sr-Latn-RS" sz="2000" b="0" i="1" smtClean="0">
                                <a:solidFill>
                                  <a:schemeClr val="tx1"/>
                                </a:solidFill>
                                <a:latin typeface="Cambria Math" panose="02040503050406030204" pitchFamily="18" charset="0"/>
                              </a:rPr>
                              <m:t>𝑖</m:t>
                            </m:r>
                          </m:sub>
                        </m:sSub>
                        <m:r>
                          <a:rPr lang="en-US" sz="2000" b="0" i="1" smtClean="0">
                            <a:solidFill>
                              <a:schemeClr val="tx1"/>
                            </a:solidFill>
                            <a:latin typeface="Cambria Math" panose="02040503050406030204" pitchFamily="18" charset="0"/>
                          </a:rPr>
                          <m:t> </m:t>
                        </m:r>
                      </m:e>
                    </m:d>
                    <m:r>
                      <a:rPr lang="en-US" sz="2000" b="0" i="1" smtClean="0">
                        <a:solidFill>
                          <a:schemeClr val="tx1"/>
                        </a:solidFill>
                        <a:latin typeface="Cambria Math" panose="02040503050406030204" pitchFamily="18" charset="0"/>
                      </a:rPr>
                      <m:t> </m:t>
                    </m:r>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𝑋</m:t>
                        </m:r>
                      </m:e>
                      <m:sub>
                        <m:r>
                          <a:rPr lang="en-US" sz="2000" b="0" i="1" smtClean="0">
                            <a:solidFill>
                              <a:schemeClr val="tx1"/>
                            </a:solidFill>
                            <a:latin typeface="Cambria Math" panose="02040503050406030204" pitchFamily="18" charset="0"/>
                          </a:rPr>
                          <m:t>𝑜𝑏𝑠</m:t>
                        </m:r>
                      </m:sub>
                    </m:sSub>
                    <m:r>
                      <a:rPr lang="en-US" sz="2000" i="1">
                        <a:solidFill>
                          <a:schemeClr val="tx1"/>
                        </a:solidFill>
                        <a:latin typeface="Cambria Math" panose="02040503050406030204" pitchFamily="18" charset="0"/>
                      </a:rPr>
                      <m:t>)</m:t>
                    </m:r>
                  </m:oMath>
                </a14:m>
                <a:r>
                  <a:rPr lang="en-US" sz="2000" dirty="0">
                    <a:solidFill>
                      <a:schemeClr val="tx1"/>
                    </a:solidFill>
                  </a:rPr>
                  <a:t>.</a:t>
                </a:r>
                <a:r>
                  <a:rPr lang="sr-Latn-RS" sz="2000" dirty="0">
                    <a:solidFill>
                      <a:schemeClr val="tx1"/>
                    </a:solidFill>
                    <a:ea typeface="Cambria Math" panose="02040503050406030204" pitchFamily="18" charset="0"/>
                  </a:rPr>
                  <a:t> </a:t>
                </a:r>
                <a:r>
                  <a:rPr lang="sr-Latn-RS" sz="2000" b="1" dirty="0">
                    <a:solidFill>
                      <a:schemeClr val="tx1"/>
                    </a:solidFill>
                    <a:ea typeface="Cambria Math" panose="02040503050406030204" pitchFamily="18" charset="0"/>
                  </a:rPr>
                  <a:t>Primena Bajesove formule.</a:t>
                </a:r>
                <a:endParaRPr lang="sr-Latn-RS" sz="2000" b="1" dirty="0">
                  <a:solidFill>
                    <a:schemeClr val="tx1"/>
                  </a:solidFill>
                </a:endParaRPr>
              </a:p>
            </p:txBody>
          </p:sp>
        </mc:Choice>
        <mc:Fallback xmlns="">
          <p:sp>
            <p:nvSpPr>
              <p:cNvPr id="11" name="Content Placeholder 10">
                <a:extLst>
                  <a:ext uri="{FF2B5EF4-FFF2-40B4-BE49-F238E27FC236}">
                    <a16:creationId xmlns:a16="http://schemas.microsoft.com/office/drawing/2014/main" id="{E32A1C57-9123-A8B5-00A9-138CFF252945}"/>
                  </a:ext>
                </a:extLst>
              </p:cNvPr>
              <p:cNvSpPr>
                <a:spLocks noGrp="1" noRot="1" noChangeAspect="1" noMove="1" noResize="1" noEditPoints="1" noAdjustHandles="1" noChangeArrowheads="1" noChangeShapeType="1" noTextEdit="1"/>
              </p:cNvSpPr>
              <p:nvPr>
                <p:ph idx="1"/>
              </p:nvPr>
            </p:nvSpPr>
            <p:spPr>
              <a:xfrm>
                <a:off x="2592924" y="2374988"/>
                <a:ext cx="8911686" cy="3777622"/>
              </a:xfrm>
              <a:blipFill>
                <a:blip r:embed="rId3"/>
                <a:stretch>
                  <a:fillRect l="-752" t="-969"/>
                </a:stretch>
              </a:blipFill>
            </p:spPr>
            <p:txBody>
              <a:bodyPr/>
              <a:lstStyle/>
              <a:p>
                <a:r>
                  <a:rPr lang="en-US">
                    <a:noFill/>
                  </a:rPr>
                  <a:t> </a:t>
                </a:r>
              </a:p>
            </p:txBody>
          </p:sp>
        </mc:Fallback>
      </mc:AlternateContent>
    </p:spTree>
    <p:extLst>
      <p:ext uri="{BB962C8B-B14F-4D97-AF65-F5344CB8AC3E}">
        <p14:creationId xmlns:p14="http://schemas.microsoft.com/office/powerpoint/2010/main" val="337696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2A55F-DA77-CA41-E11B-7C0F1B489AD8}"/>
              </a:ext>
            </a:extLst>
          </p:cNvPr>
          <p:cNvSpPr>
            <a:spLocks noGrp="1"/>
          </p:cNvSpPr>
          <p:nvPr>
            <p:ph type="title"/>
          </p:nvPr>
        </p:nvSpPr>
        <p:spPr>
          <a:xfrm>
            <a:off x="2592924" y="624110"/>
            <a:ext cx="9070755" cy="798290"/>
          </a:xfrm>
        </p:spPr>
        <p:txBody>
          <a:bodyPr/>
          <a:lstStyle/>
          <a:p>
            <a:r>
              <a:rPr lang="sr-Latn-RS" dirty="0"/>
              <a:t>Prednosti i mane</a:t>
            </a:r>
            <a:endParaRPr lang="en-US" dirty="0"/>
          </a:p>
        </p:txBody>
      </p:sp>
      <p:sp>
        <p:nvSpPr>
          <p:cNvPr id="3" name="Content Placeholder 2">
            <a:extLst>
              <a:ext uri="{FF2B5EF4-FFF2-40B4-BE49-F238E27FC236}">
                <a16:creationId xmlns:a16="http://schemas.microsoft.com/office/drawing/2014/main" id="{F575217C-BAE7-7CE9-EF01-6A0D37DDC18A}"/>
              </a:ext>
            </a:extLst>
          </p:cNvPr>
          <p:cNvSpPr>
            <a:spLocks noGrp="1"/>
          </p:cNvSpPr>
          <p:nvPr>
            <p:ph sz="half" idx="1"/>
          </p:nvPr>
        </p:nvSpPr>
        <p:spPr>
          <a:xfrm>
            <a:off x="2592924" y="1493520"/>
            <a:ext cx="4313864" cy="2980157"/>
          </a:xfrm>
        </p:spPr>
        <p:txBody>
          <a:bodyPr/>
          <a:lstStyle/>
          <a:p>
            <a:r>
              <a:rPr lang="en-US" b="1" dirty="0">
                <a:solidFill>
                  <a:srgbClr val="FF0000"/>
                </a:solidFill>
              </a:rPr>
              <a:t>Visoka </a:t>
            </a:r>
            <a:r>
              <a:rPr lang="en-US" b="1" dirty="0" err="1">
                <a:solidFill>
                  <a:srgbClr val="FF0000"/>
                </a:solidFill>
              </a:rPr>
              <a:t>brzina</a:t>
            </a:r>
            <a:r>
              <a:rPr lang="en-US" b="1" dirty="0">
                <a:solidFill>
                  <a:srgbClr val="FF0000"/>
                </a:solidFill>
              </a:rPr>
              <a:t> </a:t>
            </a:r>
            <a:r>
              <a:rPr lang="en-US" b="1" dirty="0" err="1">
                <a:solidFill>
                  <a:srgbClr val="FF0000"/>
                </a:solidFill>
              </a:rPr>
              <a:t>obuke</a:t>
            </a:r>
            <a:r>
              <a:rPr lang="en-US" b="1" dirty="0">
                <a:solidFill>
                  <a:schemeClr val="tx1"/>
                </a:solidFill>
              </a:rPr>
              <a:t>, </a:t>
            </a:r>
            <a:r>
              <a:rPr lang="en-US" b="1" dirty="0" err="1"/>
              <a:t>čak</a:t>
            </a:r>
            <a:r>
              <a:rPr lang="en-US" b="1" dirty="0"/>
              <a:t> </a:t>
            </a:r>
            <a:r>
              <a:rPr lang="en-US" b="1" dirty="0" err="1"/>
              <a:t>i</a:t>
            </a:r>
            <a:r>
              <a:rPr lang="en-US" b="1" dirty="0"/>
              <a:t> </a:t>
            </a:r>
            <a:r>
              <a:rPr lang="en-US" b="1" dirty="0" err="1"/>
              <a:t>sa</a:t>
            </a:r>
            <a:r>
              <a:rPr lang="en-US" b="1" dirty="0"/>
              <a:t> </a:t>
            </a:r>
            <a:r>
              <a:rPr lang="en-US" b="1" dirty="0" err="1"/>
              <a:t>manjim</a:t>
            </a:r>
            <a:r>
              <a:rPr lang="en-US" b="1" dirty="0"/>
              <a:t> </a:t>
            </a:r>
            <a:r>
              <a:rPr lang="en-US" b="1" dirty="0" err="1"/>
              <a:t>trenirajućim</a:t>
            </a:r>
            <a:r>
              <a:rPr lang="en-US" b="1" dirty="0"/>
              <a:t> </a:t>
            </a:r>
            <a:r>
              <a:rPr lang="en-US" b="1" dirty="0" err="1"/>
              <a:t>skupom</a:t>
            </a:r>
            <a:r>
              <a:rPr lang="en-US" b="1" dirty="0"/>
              <a:t>.</a:t>
            </a:r>
            <a:r>
              <a:rPr lang="sr-Latn-RS" b="1" dirty="0"/>
              <a:t> </a:t>
            </a:r>
            <a:r>
              <a:rPr lang="sr-Latn-RS" b="1" dirty="0">
                <a:solidFill>
                  <a:srgbClr val="FF0000"/>
                </a:solidFill>
              </a:rPr>
              <a:t>Štedimo procesorsku moć.</a:t>
            </a:r>
          </a:p>
          <a:p>
            <a:r>
              <a:rPr lang="sr-Latn-RS" b="1" dirty="0"/>
              <a:t>D</a:t>
            </a:r>
            <a:r>
              <a:rPr lang="it-IT" b="1" dirty="0"/>
              <a:t>obri rezultati i kada su </a:t>
            </a:r>
            <a:r>
              <a:rPr lang="it-IT" b="1" dirty="0">
                <a:solidFill>
                  <a:srgbClr val="FF0000"/>
                </a:solidFill>
              </a:rPr>
              <a:t>podaci visoke dimenzionalnosti.</a:t>
            </a:r>
            <a:endParaRPr lang="sr-Latn-RS" b="1" dirty="0">
              <a:solidFill>
                <a:srgbClr val="FF0000"/>
              </a:solidFill>
            </a:endParaRPr>
          </a:p>
          <a:p>
            <a:r>
              <a:rPr lang="pl-PL" b="1" dirty="0"/>
              <a:t>Robusnost u prisustvu </a:t>
            </a:r>
            <a:r>
              <a:rPr lang="pl-PL" b="1" dirty="0">
                <a:solidFill>
                  <a:srgbClr val="FF0000"/>
                </a:solidFill>
              </a:rPr>
              <a:t>nedostajućih podataka.</a:t>
            </a:r>
          </a:p>
          <a:p>
            <a:r>
              <a:rPr lang="en-US" b="1" dirty="0">
                <a:solidFill>
                  <a:srgbClr val="FF0000"/>
                </a:solidFill>
              </a:rPr>
              <a:t>Laka </a:t>
            </a:r>
            <a:r>
              <a:rPr lang="en-US" b="1" dirty="0" err="1">
                <a:solidFill>
                  <a:srgbClr val="FF0000"/>
                </a:solidFill>
              </a:rPr>
              <a:t>implementacija</a:t>
            </a:r>
            <a:r>
              <a:rPr lang="en-US" b="1" dirty="0">
                <a:solidFill>
                  <a:srgbClr val="FF0000"/>
                </a:solidFill>
              </a:rPr>
              <a:t> </a:t>
            </a:r>
            <a:r>
              <a:rPr lang="en-US" b="1" dirty="0" err="1">
                <a:solidFill>
                  <a:srgbClr val="FF0000"/>
                </a:solidFill>
              </a:rPr>
              <a:t>i</a:t>
            </a:r>
            <a:r>
              <a:rPr lang="en-US" b="1" dirty="0">
                <a:solidFill>
                  <a:srgbClr val="FF0000"/>
                </a:solidFill>
              </a:rPr>
              <a:t> </a:t>
            </a:r>
            <a:r>
              <a:rPr lang="en-US" b="1" dirty="0" err="1">
                <a:solidFill>
                  <a:srgbClr val="FF0000"/>
                </a:solidFill>
              </a:rPr>
              <a:t>interpretacija</a:t>
            </a:r>
            <a:r>
              <a:rPr lang="en-US" b="1" dirty="0">
                <a:solidFill>
                  <a:srgbClr val="FF0000"/>
                </a:solidFill>
              </a:rPr>
              <a:t>.</a:t>
            </a:r>
          </a:p>
        </p:txBody>
      </p:sp>
      <p:sp>
        <p:nvSpPr>
          <p:cNvPr id="4" name="Content Placeholder 3">
            <a:extLst>
              <a:ext uri="{FF2B5EF4-FFF2-40B4-BE49-F238E27FC236}">
                <a16:creationId xmlns:a16="http://schemas.microsoft.com/office/drawing/2014/main" id="{1F786083-A0AE-C19B-3CFD-3CD6AF33971F}"/>
              </a:ext>
            </a:extLst>
          </p:cNvPr>
          <p:cNvSpPr>
            <a:spLocks noGrp="1"/>
          </p:cNvSpPr>
          <p:nvPr>
            <p:ph sz="half" idx="2"/>
          </p:nvPr>
        </p:nvSpPr>
        <p:spPr>
          <a:xfrm>
            <a:off x="7190747" y="1493520"/>
            <a:ext cx="4313864" cy="2980157"/>
          </a:xfrm>
        </p:spPr>
        <p:txBody>
          <a:bodyPr/>
          <a:lstStyle/>
          <a:p>
            <a:r>
              <a:rPr lang="en-US" b="1" dirty="0" err="1">
                <a:solidFill>
                  <a:srgbClr val="FF0000"/>
                </a:solidFill>
              </a:rPr>
              <a:t>Pretpostavka</a:t>
            </a:r>
            <a:r>
              <a:rPr lang="en-US" b="1" dirty="0">
                <a:solidFill>
                  <a:srgbClr val="FF0000"/>
                </a:solidFill>
              </a:rPr>
              <a:t> </a:t>
            </a:r>
            <a:r>
              <a:rPr lang="en-US" b="1" dirty="0" err="1">
                <a:solidFill>
                  <a:srgbClr val="FF0000"/>
                </a:solidFill>
              </a:rPr>
              <a:t>uslovne</a:t>
            </a:r>
            <a:r>
              <a:rPr lang="en-US" b="1" dirty="0">
                <a:solidFill>
                  <a:srgbClr val="FF0000"/>
                </a:solidFill>
              </a:rPr>
              <a:t> </a:t>
            </a:r>
            <a:r>
              <a:rPr lang="en-US" b="1" dirty="0" err="1">
                <a:solidFill>
                  <a:srgbClr val="FF0000"/>
                </a:solidFill>
              </a:rPr>
              <a:t>nezavisnosti</a:t>
            </a:r>
            <a:r>
              <a:rPr lang="en-US" b="1" dirty="0">
                <a:solidFill>
                  <a:srgbClr val="FF0000"/>
                </a:solidFill>
              </a:rPr>
              <a:t> je</a:t>
            </a:r>
            <a:r>
              <a:rPr lang="sr-Latn-RS" b="1" dirty="0">
                <a:solidFill>
                  <a:srgbClr val="FF0000"/>
                </a:solidFill>
              </a:rPr>
              <a:t> nekada</a:t>
            </a:r>
            <a:r>
              <a:rPr lang="en-US" b="1" dirty="0">
                <a:solidFill>
                  <a:srgbClr val="FF0000"/>
                </a:solidFill>
              </a:rPr>
              <a:t> </a:t>
            </a:r>
            <a:r>
              <a:rPr lang="en-US" b="1" dirty="0" err="1">
                <a:solidFill>
                  <a:srgbClr val="FF0000"/>
                </a:solidFill>
              </a:rPr>
              <a:t>nerealna</a:t>
            </a:r>
            <a:r>
              <a:rPr lang="en-US" b="1" dirty="0">
                <a:solidFill>
                  <a:srgbClr val="FF0000"/>
                </a:solidFill>
              </a:rPr>
              <a:t>.</a:t>
            </a:r>
            <a:endParaRPr lang="sr-Latn-RS" b="1" dirty="0">
              <a:solidFill>
                <a:srgbClr val="FF0000"/>
              </a:solidFill>
            </a:endParaRPr>
          </a:p>
          <a:p>
            <a:r>
              <a:rPr lang="en-US" b="1" dirty="0"/>
              <a:t>Za </a:t>
            </a:r>
            <a:r>
              <a:rPr lang="en-US" b="1" dirty="0" err="1">
                <a:solidFill>
                  <a:srgbClr val="FF0000"/>
                </a:solidFill>
              </a:rPr>
              <a:t>klase</a:t>
            </a:r>
            <a:r>
              <a:rPr lang="en-US" b="1" dirty="0">
                <a:solidFill>
                  <a:srgbClr val="FF0000"/>
                </a:solidFill>
              </a:rPr>
              <a:t> </a:t>
            </a:r>
            <a:r>
              <a:rPr lang="en-US" b="1" dirty="0" err="1">
                <a:solidFill>
                  <a:srgbClr val="FF0000"/>
                </a:solidFill>
              </a:rPr>
              <a:t>koje</a:t>
            </a:r>
            <a:r>
              <a:rPr lang="en-US" b="1" dirty="0">
                <a:solidFill>
                  <a:srgbClr val="FF0000"/>
                </a:solidFill>
              </a:rPr>
              <a:t> </a:t>
            </a:r>
            <a:r>
              <a:rPr lang="en-US" b="1" dirty="0" err="1">
                <a:solidFill>
                  <a:srgbClr val="FF0000"/>
                </a:solidFill>
              </a:rPr>
              <a:t>su</a:t>
            </a:r>
            <a:r>
              <a:rPr lang="en-US" b="1" dirty="0">
                <a:solidFill>
                  <a:srgbClr val="FF0000"/>
                </a:solidFill>
              </a:rPr>
              <a:t> </a:t>
            </a:r>
            <a:r>
              <a:rPr lang="en-US" b="1" dirty="0" err="1">
                <a:solidFill>
                  <a:srgbClr val="FF0000"/>
                </a:solidFill>
              </a:rPr>
              <a:t>opisane</a:t>
            </a:r>
            <a:r>
              <a:rPr lang="en-US" b="1" dirty="0">
                <a:solidFill>
                  <a:srgbClr val="FF0000"/>
                </a:solidFill>
              </a:rPr>
              <a:t> </a:t>
            </a:r>
            <a:r>
              <a:rPr lang="en-US" b="1" dirty="0" err="1">
                <a:solidFill>
                  <a:srgbClr val="FF0000"/>
                </a:solidFill>
              </a:rPr>
              <a:t>sličnim</a:t>
            </a:r>
            <a:r>
              <a:rPr lang="en-US" b="1" dirty="0">
                <a:solidFill>
                  <a:srgbClr val="FF0000"/>
                </a:solidFill>
              </a:rPr>
              <a:t> </a:t>
            </a:r>
            <a:r>
              <a:rPr lang="en-US" b="1" dirty="0" err="1">
                <a:solidFill>
                  <a:srgbClr val="FF0000"/>
                </a:solidFill>
              </a:rPr>
              <a:t>parametrima</a:t>
            </a:r>
            <a:r>
              <a:rPr lang="en-US" b="1" dirty="0">
                <a:solidFill>
                  <a:srgbClr val="FF0000"/>
                </a:solidFill>
              </a:rPr>
              <a:t> </a:t>
            </a:r>
            <a:r>
              <a:rPr lang="en-US" b="1" dirty="0"/>
              <a:t>(za </a:t>
            </a:r>
            <a:r>
              <a:rPr lang="en-US" b="1" dirty="0" err="1"/>
              <a:t>dati</a:t>
            </a:r>
            <a:r>
              <a:rPr lang="en-US" b="1" dirty="0"/>
              <a:t> </a:t>
            </a:r>
            <a:r>
              <a:rPr lang="en-US" b="1" dirty="0" err="1"/>
              <a:t>skup</a:t>
            </a:r>
            <a:r>
              <a:rPr lang="en-US" b="1" dirty="0"/>
              <a:t> </a:t>
            </a:r>
            <a:r>
              <a:rPr lang="en-US" b="1" dirty="0" err="1"/>
              <a:t>obeležja</a:t>
            </a:r>
            <a:r>
              <a:rPr lang="en-US" b="1" dirty="0"/>
              <a:t>) </a:t>
            </a:r>
            <a:r>
              <a:rPr lang="en-US" b="1" dirty="0" err="1"/>
              <a:t>poput</a:t>
            </a:r>
            <a:r>
              <a:rPr lang="en-US" b="1" dirty="0"/>
              <a:t> </a:t>
            </a:r>
            <a:r>
              <a:rPr lang="en-US" b="1" dirty="0" err="1"/>
              <a:t>varijanse</a:t>
            </a:r>
            <a:r>
              <a:rPr lang="en-US" b="1" dirty="0"/>
              <a:t> </a:t>
            </a:r>
            <a:r>
              <a:rPr lang="en-US" b="1" dirty="0" err="1"/>
              <a:t>i</a:t>
            </a:r>
            <a:r>
              <a:rPr lang="en-US" b="1" dirty="0"/>
              <a:t> </a:t>
            </a:r>
            <a:r>
              <a:rPr lang="en-US" b="1" dirty="0" err="1"/>
              <a:t>srednje</a:t>
            </a:r>
            <a:r>
              <a:rPr lang="en-US" b="1" dirty="0"/>
              <a:t> </a:t>
            </a:r>
            <a:r>
              <a:rPr lang="en-US" b="1" dirty="0" err="1"/>
              <a:t>vrednosti</a:t>
            </a:r>
            <a:r>
              <a:rPr lang="en-US" b="1" dirty="0"/>
              <a:t>, NB </a:t>
            </a:r>
            <a:r>
              <a:rPr lang="en-US" b="1" dirty="0" err="1"/>
              <a:t>klasifikator</a:t>
            </a:r>
            <a:r>
              <a:rPr lang="en-US" b="1" dirty="0"/>
              <a:t> </a:t>
            </a:r>
            <a:r>
              <a:rPr lang="en-US" b="1" dirty="0" err="1"/>
              <a:t>neće</a:t>
            </a:r>
            <a:r>
              <a:rPr lang="en-US" b="1" dirty="0"/>
              <a:t> </a:t>
            </a:r>
            <a:r>
              <a:rPr lang="en-US" b="1" dirty="0" err="1"/>
              <a:t>uopšte</a:t>
            </a:r>
            <a:r>
              <a:rPr lang="en-US" b="1" dirty="0"/>
              <a:t> </a:t>
            </a:r>
            <a:r>
              <a:rPr lang="en-US" b="1" dirty="0" err="1"/>
              <a:t>raditi</a:t>
            </a:r>
            <a:r>
              <a:rPr lang="en-US" b="1" dirty="0"/>
              <a:t>.</a:t>
            </a:r>
            <a:endParaRPr lang="sr-Latn-RS" b="1" dirty="0"/>
          </a:p>
          <a:p>
            <a:r>
              <a:rPr lang="sr-Latn-RS" b="1" dirty="0">
                <a:solidFill>
                  <a:srgbClr val="FF0000"/>
                </a:solidFill>
              </a:rPr>
              <a:t>P</a:t>
            </a:r>
            <a:r>
              <a:rPr lang="en-US" b="1" dirty="0" err="1">
                <a:solidFill>
                  <a:srgbClr val="FF0000"/>
                </a:solidFill>
              </a:rPr>
              <a:t>roblem</a:t>
            </a:r>
            <a:r>
              <a:rPr lang="en-US" b="1" dirty="0">
                <a:solidFill>
                  <a:srgbClr val="FF0000"/>
                </a:solidFill>
              </a:rPr>
              <a:t> </a:t>
            </a:r>
            <a:r>
              <a:rPr lang="en-US" b="1" dirty="0" err="1">
                <a:solidFill>
                  <a:srgbClr val="FF0000"/>
                </a:solidFill>
              </a:rPr>
              <a:t>nultih</a:t>
            </a:r>
            <a:r>
              <a:rPr lang="en-US" b="1" dirty="0">
                <a:solidFill>
                  <a:srgbClr val="FF0000"/>
                </a:solidFill>
              </a:rPr>
              <a:t> </a:t>
            </a:r>
            <a:r>
              <a:rPr lang="en-US" b="1" dirty="0" err="1">
                <a:solidFill>
                  <a:srgbClr val="FF0000"/>
                </a:solidFill>
              </a:rPr>
              <a:t>verovatnoća</a:t>
            </a:r>
            <a:r>
              <a:rPr lang="sr-Latn-RS" b="1" dirty="0">
                <a:solidFill>
                  <a:srgbClr val="FF0000"/>
                </a:solidFill>
              </a:rPr>
              <a:t>.</a:t>
            </a:r>
          </a:p>
          <a:p>
            <a:r>
              <a:rPr lang="en-US" b="1" dirty="0" err="1">
                <a:solidFill>
                  <a:srgbClr val="FF0000"/>
                </a:solidFill>
              </a:rPr>
              <a:t>Laplasovo</a:t>
            </a:r>
            <a:r>
              <a:rPr lang="en-US" b="1" dirty="0">
                <a:solidFill>
                  <a:srgbClr val="FF0000"/>
                </a:solidFill>
              </a:rPr>
              <a:t> </a:t>
            </a:r>
            <a:r>
              <a:rPr lang="en-US" b="1" dirty="0" err="1">
                <a:solidFill>
                  <a:srgbClr val="FF0000"/>
                </a:solidFill>
              </a:rPr>
              <a:t>izglađivanje</a:t>
            </a:r>
            <a:r>
              <a:rPr lang="sr-Latn-RS" b="1" dirty="0">
                <a:solidFill>
                  <a:srgbClr val="FF0000"/>
                </a:solidFill>
              </a:rPr>
              <a:t>.</a:t>
            </a:r>
            <a:endParaRPr lang="en-US" b="1" dirty="0">
              <a:solidFill>
                <a:srgbClr val="FF0000"/>
              </a:solidFill>
            </a:endParaRPr>
          </a:p>
        </p:txBody>
      </p:sp>
      <p:sp>
        <p:nvSpPr>
          <p:cNvPr id="7" name="TextBox 6">
            <a:extLst>
              <a:ext uri="{FF2B5EF4-FFF2-40B4-BE49-F238E27FC236}">
                <a16:creationId xmlns:a16="http://schemas.microsoft.com/office/drawing/2014/main" id="{D51B4F09-CFE4-C92B-65B2-835DD3460FCD}"/>
              </a:ext>
            </a:extLst>
          </p:cNvPr>
          <p:cNvSpPr txBox="1"/>
          <p:nvPr/>
        </p:nvSpPr>
        <p:spPr>
          <a:xfrm>
            <a:off x="2231923" y="4756562"/>
            <a:ext cx="8544327" cy="1477328"/>
          </a:xfrm>
          <a:prstGeom prst="rect">
            <a:avLst/>
          </a:prstGeom>
          <a:noFill/>
        </p:spPr>
        <p:txBody>
          <a:bodyPr wrap="none" rtlCol="0">
            <a:spAutoFit/>
          </a:bodyPr>
          <a:lstStyle/>
          <a:p>
            <a:r>
              <a:rPr lang="sr-Latn-RS" dirty="0"/>
              <a:t>* </a:t>
            </a:r>
            <a:r>
              <a:rPr lang="en-US" dirty="0" err="1"/>
              <a:t>Bajesov</a:t>
            </a:r>
            <a:r>
              <a:rPr lang="sr-Latn-RS" dirty="0"/>
              <a:t>e mreže</a:t>
            </a:r>
            <a:r>
              <a:rPr lang="en-US" dirty="0"/>
              <a:t> </a:t>
            </a:r>
            <a:r>
              <a:rPr lang="en-US" dirty="0" err="1"/>
              <a:t>daj</a:t>
            </a:r>
            <a:r>
              <a:rPr lang="sr-Latn-RS" dirty="0"/>
              <a:t>u</a:t>
            </a:r>
            <a:r>
              <a:rPr lang="en-US" dirty="0"/>
              <a:t> </a:t>
            </a:r>
            <a:r>
              <a:rPr lang="en-US" dirty="0" err="1"/>
              <a:t>mogu</a:t>
            </a:r>
            <a:r>
              <a:rPr lang="sr-Latn-RS" dirty="0"/>
              <a:t>ćnost ukrštanja ekspertskog znanja i dostupnih</a:t>
            </a:r>
          </a:p>
          <a:p>
            <a:r>
              <a:rPr lang="sr-Latn-RS" dirty="0"/>
              <a:t>podataka.</a:t>
            </a:r>
          </a:p>
          <a:p>
            <a:r>
              <a:rPr lang="sr-Latn-RS" dirty="0"/>
              <a:t>* Sa druge strane, donošenje odluka pomoću fazi logike se primarno</a:t>
            </a:r>
          </a:p>
          <a:p>
            <a:r>
              <a:rPr lang="sr-Latn-RS" dirty="0"/>
              <a:t>zasniva na ekspertskom znanju.</a:t>
            </a:r>
          </a:p>
          <a:p>
            <a:r>
              <a:rPr lang="sr-Latn-RS" dirty="0"/>
              <a:t>* Složeni modeli, poput neuralnih mreža, se primarno oslanjaju na podatke.</a:t>
            </a:r>
            <a:endParaRPr lang="en-US" dirty="0"/>
          </a:p>
        </p:txBody>
      </p:sp>
    </p:spTree>
    <p:extLst>
      <p:ext uri="{BB962C8B-B14F-4D97-AF65-F5344CB8AC3E}">
        <p14:creationId xmlns:p14="http://schemas.microsoft.com/office/powerpoint/2010/main" val="227076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95076-7F64-E658-AA43-C332CCA8B7D2}"/>
              </a:ext>
            </a:extLst>
          </p:cNvPr>
          <p:cNvSpPr>
            <a:spLocks noGrp="1"/>
          </p:cNvSpPr>
          <p:nvPr>
            <p:ph type="title"/>
          </p:nvPr>
        </p:nvSpPr>
        <p:spPr/>
        <p:txBody>
          <a:bodyPr/>
          <a:lstStyle/>
          <a:p>
            <a:r>
              <a:rPr lang="sr-Latn-RS" dirty="0"/>
              <a:t>Naivni Bajesov klasifikator - primer</a:t>
            </a:r>
            <a:endParaRPr lang="en-US" dirty="0"/>
          </a:p>
        </p:txBody>
      </p:sp>
      <p:pic>
        <p:nvPicPr>
          <p:cNvPr id="5" name="Picture 4">
            <a:extLst>
              <a:ext uri="{FF2B5EF4-FFF2-40B4-BE49-F238E27FC236}">
                <a16:creationId xmlns:a16="http://schemas.microsoft.com/office/drawing/2014/main" id="{1142B7E3-E264-468A-9DA3-6DF98C84C93E}"/>
              </a:ext>
            </a:extLst>
          </p:cNvPr>
          <p:cNvPicPr>
            <a:picLocks noChangeAspect="1"/>
          </p:cNvPicPr>
          <p:nvPr/>
        </p:nvPicPr>
        <p:blipFill>
          <a:blip r:embed="rId2"/>
          <a:stretch>
            <a:fillRect/>
          </a:stretch>
        </p:blipFill>
        <p:spPr>
          <a:xfrm>
            <a:off x="362790" y="1323073"/>
            <a:ext cx="3200847" cy="1981477"/>
          </a:xfrm>
          <a:prstGeom prst="rect">
            <a:avLst/>
          </a:prstGeom>
        </p:spPr>
      </p:pic>
      <p:pic>
        <p:nvPicPr>
          <p:cNvPr id="7" name="Picture 6">
            <a:extLst>
              <a:ext uri="{FF2B5EF4-FFF2-40B4-BE49-F238E27FC236}">
                <a16:creationId xmlns:a16="http://schemas.microsoft.com/office/drawing/2014/main" id="{C7C80CE7-EBA9-5DC9-C42D-EFA7AF01C1C5}"/>
              </a:ext>
            </a:extLst>
          </p:cNvPr>
          <p:cNvPicPr>
            <a:picLocks noChangeAspect="1"/>
          </p:cNvPicPr>
          <p:nvPr/>
        </p:nvPicPr>
        <p:blipFill>
          <a:blip r:embed="rId3"/>
          <a:stretch>
            <a:fillRect/>
          </a:stretch>
        </p:blipFill>
        <p:spPr>
          <a:xfrm>
            <a:off x="3956706" y="1264555"/>
            <a:ext cx="2124371" cy="1524213"/>
          </a:xfrm>
          <a:prstGeom prst="rect">
            <a:avLst/>
          </a:prstGeom>
        </p:spPr>
      </p:pic>
      <p:pic>
        <p:nvPicPr>
          <p:cNvPr id="11" name="Picture 10">
            <a:extLst>
              <a:ext uri="{FF2B5EF4-FFF2-40B4-BE49-F238E27FC236}">
                <a16:creationId xmlns:a16="http://schemas.microsoft.com/office/drawing/2014/main" id="{E96020CF-9C82-794E-96FF-3C6A98F5CD9F}"/>
              </a:ext>
            </a:extLst>
          </p:cNvPr>
          <p:cNvPicPr>
            <a:picLocks noChangeAspect="1"/>
          </p:cNvPicPr>
          <p:nvPr/>
        </p:nvPicPr>
        <p:blipFill>
          <a:blip r:embed="rId4"/>
          <a:stretch>
            <a:fillRect/>
          </a:stretch>
        </p:blipFill>
        <p:spPr>
          <a:xfrm>
            <a:off x="5537892" y="3992627"/>
            <a:ext cx="6473959" cy="983788"/>
          </a:xfrm>
          <a:prstGeom prst="rect">
            <a:avLst/>
          </a:prstGeom>
        </p:spPr>
      </p:pic>
      <p:pic>
        <p:nvPicPr>
          <p:cNvPr id="13" name="Picture 12">
            <a:extLst>
              <a:ext uri="{FF2B5EF4-FFF2-40B4-BE49-F238E27FC236}">
                <a16:creationId xmlns:a16="http://schemas.microsoft.com/office/drawing/2014/main" id="{3AD9BBBF-3FD4-4AAA-3E80-C625C2123325}"/>
              </a:ext>
            </a:extLst>
          </p:cNvPr>
          <p:cNvPicPr>
            <a:picLocks noChangeAspect="1"/>
          </p:cNvPicPr>
          <p:nvPr/>
        </p:nvPicPr>
        <p:blipFill>
          <a:blip r:embed="rId5"/>
          <a:stretch>
            <a:fillRect/>
          </a:stretch>
        </p:blipFill>
        <p:spPr>
          <a:xfrm>
            <a:off x="6299551" y="1195119"/>
            <a:ext cx="5839640" cy="676369"/>
          </a:xfrm>
          <a:prstGeom prst="rect">
            <a:avLst/>
          </a:prstGeom>
        </p:spPr>
      </p:pic>
      <p:pic>
        <p:nvPicPr>
          <p:cNvPr id="15" name="Picture 14">
            <a:extLst>
              <a:ext uri="{FF2B5EF4-FFF2-40B4-BE49-F238E27FC236}">
                <a16:creationId xmlns:a16="http://schemas.microsoft.com/office/drawing/2014/main" id="{0411D958-4EE1-8733-AF00-EF39FD187ECE}"/>
              </a:ext>
            </a:extLst>
          </p:cNvPr>
          <p:cNvPicPr>
            <a:picLocks noChangeAspect="1"/>
          </p:cNvPicPr>
          <p:nvPr/>
        </p:nvPicPr>
        <p:blipFill>
          <a:blip r:embed="rId6"/>
          <a:stretch>
            <a:fillRect/>
          </a:stretch>
        </p:blipFill>
        <p:spPr>
          <a:xfrm>
            <a:off x="6249520" y="1881585"/>
            <a:ext cx="5355064" cy="884247"/>
          </a:xfrm>
          <a:prstGeom prst="rect">
            <a:avLst/>
          </a:prstGeom>
        </p:spPr>
      </p:pic>
      <p:pic>
        <p:nvPicPr>
          <p:cNvPr id="17" name="Picture 16">
            <a:extLst>
              <a:ext uri="{FF2B5EF4-FFF2-40B4-BE49-F238E27FC236}">
                <a16:creationId xmlns:a16="http://schemas.microsoft.com/office/drawing/2014/main" id="{F78D6D13-CDE9-94D4-4BB8-C11CC475EE23}"/>
              </a:ext>
            </a:extLst>
          </p:cNvPr>
          <p:cNvPicPr>
            <a:picLocks noChangeAspect="1"/>
          </p:cNvPicPr>
          <p:nvPr/>
        </p:nvPicPr>
        <p:blipFill>
          <a:blip r:embed="rId7"/>
          <a:stretch>
            <a:fillRect/>
          </a:stretch>
        </p:blipFill>
        <p:spPr>
          <a:xfrm>
            <a:off x="0" y="4953001"/>
            <a:ext cx="4923021" cy="1866584"/>
          </a:xfrm>
          <a:prstGeom prst="rect">
            <a:avLst/>
          </a:prstGeom>
        </p:spPr>
      </p:pic>
      <p:pic>
        <p:nvPicPr>
          <p:cNvPr id="4" name="Picture 3">
            <a:extLst>
              <a:ext uri="{FF2B5EF4-FFF2-40B4-BE49-F238E27FC236}">
                <a16:creationId xmlns:a16="http://schemas.microsoft.com/office/drawing/2014/main" id="{2C7D5336-6E07-F831-1DC6-6EB12CA73B34}"/>
              </a:ext>
            </a:extLst>
          </p:cNvPr>
          <p:cNvPicPr>
            <a:picLocks noChangeAspect="1"/>
          </p:cNvPicPr>
          <p:nvPr/>
        </p:nvPicPr>
        <p:blipFill>
          <a:blip r:embed="rId8"/>
          <a:stretch>
            <a:fillRect/>
          </a:stretch>
        </p:blipFill>
        <p:spPr>
          <a:xfrm>
            <a:off x="6566314" y="4976415"/>
            <a:ext cx="5445537" cy="1078585"/>
          </a:xfrm>
          <a:prstGeom prst="rect">
            <a:avLst/>
          </a:prstGeom>
        </p:spPr>
      </p:pic>
      <p:sp>
        <p:nvSpPr>
          <p:cNvPr id="3" name="Rectangle 2">
            <a:extLst>
              <a:ext uri="{FF2B5EF4-FFF2-40B4-BE49-F238E27FC236}">
                <a16:creationId xmlns:a16="http://schemas.microsoft.com/office/drawing/2014/main" id="{FA39A5D5-97D4-C7FF-8772-6204F91F228F}"/>
              </a:ext>
            </a:extLst>
          </p:cNvPr>
          <p:cNvSpPr/>
          <p:nvPr/>
        </p:nvSpPr>
        <p:spPr>
          <a:xfrm>
            <a:off x="10491019" y="1398166"/>
            <a:ext cx="1520832" cy="28315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161AD67-348B-8B17-8F32-972BCCEF8EDB}"/>
              </a:ext>
            </a:extLst>
          </p:cNvPr>
          <p:cNvSpPr/>
          <p:nvPr/>
        </p:nvSpPr>
        <p:spPr>
          <a:xfrm>
            <a:off x="6299551" y="1568674"/>
            <a:ext cx="1455554" cy="28315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176F01-C256-F2B6-EFDB-BD9A0250391A}"/>
              </a:ext>
            </a:extLst>
          </p:cNvPr>
          <p:cNvSpPr/>
          <p:nvPr/>
        </p:nvSpPr>
        <p:spPr>
          <a:xfrm>
            <a:off x="6508565" y="4943169"/>
            <a:ext cx="5181990" cy="41541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9DC20C7-A648-68C4-B555-4F5CDFE507BD}"/>
              </a:ext>
            </a:extLst>
          </p:cNvPr>
          <p:cNvSpPr/>
          <p:nvPr/>
        </p:nvSpPr>
        <p:spPr>
          <a:xfrm>
            <a:off x="8475406" y="3969691"/>
            <a:ext cx="1514168" cy="27705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315F293-0949-2354-71E5-A33A3D4CCD67}"/>
              </a:ext>
            </a:extLst>
          </p:cNvPr>
          <p:cNvSpPr/>
          <p:nvPr/>
        </p:nvSpPr>
        <p:spPr>
          <a:xfrm>
            <a:off x="6187269" y="4626782"/>
            <a:ext cx="1514168" cy="27705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1301A00-4648-3762-D61A-98E93E45FD8F}"/>
              </a:ext>
            </a:extLst>
          </p:cNvPr>
          <p:cNvSpPr/>
          <p:nvPr/>
        </p:nvSpPr>
        <p:spPr>
          <a:xfrm>
            <a:off x="8755380" y="5509037"/>
            <a:ext cx="3124200" cy="1818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61FE4D7-0079-3B61-2B91-E5A02AC3BCD4}"/>
              </a:ext>
            </a:extLst>
          </p:cNvPr>
          <p:cNvSpPr/>
          <p:nvPr/>
        </p:nvSpPr>
        <p:spPr>
          <a:xfrm>
            <a:off x="6566314" y="5710575"/>
            <a:ext cx="3029970" cy="1818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C179DA7-A595-443D-C7A8-692B0F81C2A6}"/>
              </a:ext>
            </a:extLst>
          </p:cNvPr>
          <p:cNvSpPr txBox="1"/>
          <p:nvPr/>
        </p:nvSpPr>
        <p:spPr>
          <a:xfrm>
            <a:off x="2666661" y="4903841"/>
            <a:ext cx="1053494" cy="261610"/>
          </a:xfrm>
          <a:prstGeom prst="rect">
            <a:avLst/>
          </a:prstGeom>
          <a:noFill/>
        </p:spPr>
        <p:txBody>
          <a:bodyPr wrap="none" rtlCol="0">
            <a:spAutoFit/>
          </a:bodyPr>
          <a:lstStyle/>
          <a:p>
            <a:r>
              <a:rPr lang="en-US" sz="1100" b="1" dirty="0"/>
              <a:t>{spam, ham}</a:t>
            </a:r>
          </a:p>
        </p:txBody>
      </p:sp>
    </p:spTree>
    <p:extLst>
      <p:ext uri="{BB962C8B-B14F-4D97-AF65-F5344CB8AC3E}">
        <p14:creationId xmlns:p14="http://schemas.microsoft.com/office/powerpoint/2010/main" val="2954130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5D19F-CD57-198A-6A54-EFE7DD809404}"/>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CE6C6A89-038E-72DD-BFD5-4F1E1CB89251}"/>
              </a:ext>
            </a:extLst>
          </p:cNvPr>
          <p:cNvPicPr>
            <a:picLocks noChangeAspect="1"/>
          </p:cNvPicPr>
          <p:nvPr/>
        </p:nvPicPr>
        <p:blipFill>
          <a:blip r:embed="rId2">
            <a:extLst>
              <a:ext uri="{28A0092B-C50C-407E-A947-70E740481C1C}">
                <a14:useLocalDpi xmlns:a14="http://schemas.microsoft.com/office/drawing/2010/main" val="0"/>
              </a:ext>
            </a:extLst>
          </a:blip>
          <a:srcRect l="7165" t="6381" r="5710"/>
          <a:stretch>
            <a:fillRect/>
          </a:stretch>
        </p:blipFill>
        <p:spPr>
          <a:xfrm>
            <a:off x="4381753" y="191509"/>
            <a:ext cx="3486723" cy="2810008"/>
          </a:xfrm>
          <a:prstGeom prst="rect">
            <a:avLst/>
          </a:prstGeom>
        </p:spPr>
      </p:pic>
      <p:pic>
        <p:nvPicPr>
          <p:cNvPr id="20" name="Picture 19">
            <a:extLst>
              <a:ext uri="{FF2B5EF4-FFF2-40B4-BE49-F238E27FC236}">
                <a16:creationId xmlns:a16="http://schemas.microsoft.com/office/drawing/2014/main" id="{BF7CA884-FEAC-54CA-D53F-33D4C11FA3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7181" y="2954198"/>
            <a:ext cx="3327302" cy="2495477"/>
          </a:xfrm>
          <a:prstGeom prst="rect">
            <a:avLst/>
          </a:prstGeom>
        </p:spPr>
      </p:pic>
      <p:pic>
        <p:nvPicPr>
          <p:cNvPr id="22" name="Picture 21">
            <a:extLst>
              <a:ext uri="{FF2B5EF4-FFF2-40B4-BE49-F238E27FC236}">
                <a16:creationId xmlns:a16="http://schemas.microsoft.com/office/drawing/2014/main" id="{06CF6989-0A0F-9608-7E20-B9A6DEA7638B}"/>
              </a:ext>
            </a:extLst>
          </p:cNvPr>
          <p:cNvPicPr>
            <a:picLocks noChangeAspect="1"/>
          </p:cNvPicPr>
          <p:nvPr/>
        </p:nvPicPr>
        <p:blipFill>
          <a:blip r:embed="rId4">
            <a:extLst>
              <a:ext uri="{28A0092B-C50C-407E-A947-70E740481C1C}">
                <a14:useLocalDpi xmlns:a14="http://schemas.microsoft.com/office/drawing/2010/main" val="0"/>
              </a:ext>
            </a:extLst>
          </a:blip>
          <a:srcRect l="7447" t="7667" r="5097"/>
          <a:stretch>
            <a:fillRect/>
          </a:stretch>
        </p:blipFill>
        <p:spPr>
          <a:xfrm>
            <a:off x="2477729" y="3068365"/>
            <a:ext cx="2869276" cy="2271929"/>
          </a:xfrm>
          <a:prstGeom prst="rect">
            <a:avLst/>
          </a:prstGeom>
        </p:spPr>
      </p:pic>
      <p:pic>
        <p:nvPicPr>
          <p:cNvPr id="24" name="Picture 23">
            <a:extLst>
              <a:ext uri="{FF2B5EF4-FFF2-40B4-BE49-F238E27FC236}">
                <a16:creationId xmlns:a16="http://schemas.microsoft.com/office/drawing/2014/main" id="{8A2EADDA-9F7C-DC97-522E-25D4F912D2DC}"/>
              </a:ext>
            </a:extLst>
          </p:cNvPr>
          <p:cNvPicPr>
            <a:picLocks noChangeAspect="1"/>
          </p:cNvPicPr>
          <p:nvPr/>
        </p:nvPicPr>
        <p:blipFill>
          <a:blip r:embed="rId5">
            <a:extLst>
              <a:ext uri="{28A0092B-C50C-407E-A947-70E740481C1C}">
                <a14:useLocalDpi xmlns:a14="http://schemas.microsoft.com/office/drawing/2010/main" val="0"/>
              </a:ext>
            </a:extLst>
          </a:blip>
          <a:srcRect l="7741" t="6647" r="6066"/>
          <a:stretch>
            <a:fillRect/>
          </a:stretch>
        </p:blipFill>
        <p:spPr>
          <a:xfrm>
            <a:off x="297356" y="191509"/>
            <a:ext cx="3310789" cy="2689344"/>
          </a:xfrm>
          <a:prstGeom prst="rect">
            <a:avLst/>
          </a:prstGeom>
        </p:spPr>
      </p:pic>
      <p:pic>
        <p:nvPicPr>
          <p:cNvPr id="26" name="Picture 25">
            <a:extLst>
              <a:ext uri="{FF2B5EF4-FFF2-40B4-BE49-F238E27FC236}">
                <a16:creationId xmlns:a16="http://schemas.microsoft.com/office/drawing/2014/main" id="{F6FB46F2-72CA-3B1C-3AD9-DC3638D8CDD7}"/>
              </a:ext>
            </a:extLst>
          </p:cNvPr>
          <p:cNvPicPr>
            <a:picLocks noChangeAspect="1"/>
          </p:cNvPicPr>
          <p:nvPr/>
        </p:nvPicPr>
        <p:blipFill>
          <a:blip r:embed="rId6">
            <a:extLst>
              <a:ext uri="{28A0092B-C50C-407E-A947-70E740481C1C}">
                <a14:useLocalDpi xmlns:a14="http://schemas.microsoft.com/office/drawing/2010/main" val="0"/>
              </a:ext>
            </a:extLst>
          </a:blip>
          <a:srcRect l="9091" t="6381" r="2703"/>
          <a:stretch>
            <a:fillRect/>
          </a:stretch>
        </p:blipFill>
        <p:spPr>
          <a:xfrm>
            <a:off x="8553768" y="173576"/>
            <a:ext cx="3530075" cy="2810008"/>
          </a:xfrm>
          <a:prstGeom prst="rect">
            <a:avLst/>
          </a:prstGeom>
        </p:spPr>
      </p:pic>
      <p:sp>
        <p:nvSpPr>
          <p:cNvPr id="27" name="Oval 26">
            <a:extLst>
              <a:ext uri="{FF2B5EF4-FFF2-40B4-BE49-F238E27FC236}">
                <a16:creationId xmlns:a16="http://schemas.microsoft.com/office/drawing/2014/main" id="{2B027F84-1A53-F3D7-BB83-5ACDFA27AB18}"/>
              </a:ext>
            </a:extLst>
          </p:cNvPr>
          <p:cNvSpPr/>
          <p:nvPr/>
        </p:nvSpPr>
        <p:spPr>
          <a:xfrm>
            <a:off x="4513006" y="1440427"/>
            <a:ext cx="3097162" cy="54568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E43CAF3-4E1F-1CC3-88DB-F6A22BB15520}"/>
              </a:ext>
            </a:extLst>
          </p:cNvPr>
          <p:cNvSpPr/>
          <p:nvPr/>
        </p:nvSpPr>
        <p:spPr>
          <a:xfrm rot="5198341">
            <a:off x="118751" y="1430416"/>
            <a:ext cx="794499" cy="39138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FD2EBB8-38F7-807E-B2F1-B3B19F47727A}"/>
              </a:ext>
            </a:extLst>
          </p:cNvPr>
          <p:cNvSpPr/>
          <p:nvPr/>
        </p:nvSpPr>
        <p:spPr>
          <a:xfrm rot="5198341">
            <a:off x="7598417" y="1268844"/>
            <a:ext cx="2579130" cy="44618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18202B62-8594-6044-3CA9-8C457BD86054}"/>
              </a:ext>
            </a:extLst>
          </p:cNvPr>
          <p:cNvSpPr/>
          <p:nvPr/>
        </p:nvSpPr>
        <p:spPr>
          <a:xfrm rot="5198341">
            <a:off x="5063143" y="3914304"/>
            <a:ext cx="1996889" cy="39138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10F74512-4E37-5476-79E3-1F78F77E83D5}"/>
              </a:ext>
            </a:extLst>
          </p:cNvPr>
          <p:cNvSpPr/>
          <p:nvPr/>
        </p:nvSpPr>
        <p:spPr>
          <a:xfrm rot="5198341">
            <a:off x="2597855" y="4722328"/>
            <a:ext cx="487144" cy="5011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B82368A-484F-BCC8-F230-B2B05D514CC5}"/>
              </a:ext>
            </a:extLst>
          </p:cNvPr>
          <p:cNvSpPr/>
          <p:nvPr/>
        </p:nvSpPr>
        <p:spPr>
          <a:xfrm rot="10800000">
            <a:off x="4686025" y="5811564"/>
            <a:ext cx="2042032" cy="844621"/>
          </a:xfrm>
          <a:prstGeom prst="ellipse">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dirty="0"/>
          </a:p>
        </p:txBody>
      </p:sp>
      <p:cxnSp>
        <p:nvCxnSpPr>
          <p:cNvPr id="37" name="Straight Arrow Connector 36">
            <a:extLst>
              <a:ext uri="{FF2B5EF4-FFF2-40B4-BE49-F238E27FC236}">
                <a16:creationId xmlns:a16="http://schemas.microsoft.com/office/drawing/2014/main" id="{580C72A0-F716-B35D-2C9B-D3392B5E65FB}"/>
              </a:ext>
            </a:extLst>
          </p:cNvPr>
          <p:cNvCxnSpPr>
            <a:cxnSpLocks/>
          </p:cNvCxnSpPr>
          <p:nvPr/>
        </p:nvCxnSpPr>
        <p:spPr>
          <a:xfrm flipH="1" flipV="1">
            <a:off x="574092" y="1951197"/>
            <a:ext cx="679256" cy="257636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0458E326-B216-CD97-C7CB-4613B5AFA74E}"/>
              </a:ext>
            </a:extLst>
          </p:cNvPr>
          <p:cNvCxnSpPr>
            <a:cxnSpLocks/>
          </p:cNvCxnSpPr>
          <p:nvPr/>
        </p:nvCxnSpPr>
        <p:spPr>
          <a:xfrm flipH="1" flipV="1">
            <a:off x="3008671" y="5118194"/>
            <a:ext cx="1677353" cy="99747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9E9688B-410B-8130-FFA5-C637CC0C745B}"/>
              </a:ext>
            </a:extLst>
          </p:cNvPr>
          <p:cNvCxnSpPr>
            <a:cxnSpLocks/>
          </p:cNvCxnSpPr>
          <p:nvPr/>
        </p:nvCxnSpPr>
        <p:spPr>
          <a:xfrm flipV="1">
            <a:off x="6096000" y="5118194"/>
            <a:ext cx="0" cy="6933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639B1C06-F5D9-129F-17B0-7509C449579C}"/>
              </a:ext>
            </a:extLst>
          </p:cNvPr>
          <p:cNvCxnSpPr>
            <a:cxnSpLocks/>
            <a:stCxn id="22" idx="3"/>
            <a:endCxn id="27" idx="4"/>
          </p:cNvCxnSpPr>
          <p:nvPr/>
        </p:nvCxnSpPr>
        <p:spPr>
          <a:xfrm flipV="1">
            <a:off x="5347005" y="1986116"/>
            <a:ext cx="714582" cy="221821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E664BF3-2039-FB55-D2AE-DD1C07BAF52F}"/>
              </a:ext>
            </a:extLst>
          </p:cNvPr>
          <p:cNvCxnSpPr>
            <a:stCxn id="33" idx="2"/>
          </p:cNvCxnSpPr>
          <p:nvPr/>
        </p:nvCxnSpPr>
        <p:spPr>
          <a:xfrm flipV="1">
            <a:off x="6728057" y="5624052"/>
            <a:ext cx="2779737" cy="60982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D6063DE-727F-FE4D-3B27-960D1B85781A}"/>
              </a:ext>
            </a:extLst>
          </p:cNvPr>
          <p:cNvCxnSpPr>
            <a:endCxn id="29" idx="6"/>
          </p:cNvCxnSpPr>
          <p:nvPr/>
        </p:nvCxnSpPr>
        <p:spPr>
          <a:xfrm flipH="1" flipV="1">
            <a:off x="8963585" y="2779282"/>
            <a:ext cx="544209" cy="284477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4B531E2-F126-9F3D-A238-628CE5A364F2}"/>
              </a:ext>
            </a:extLst>
          </p:cNvPr>
          <p:cNvCxnSpPr>
            <a:cxnSpLocks/>
            <a:stCxn id="33" idx="6"/>
          </p:cNvCxnSpPr>
          <p:nvPr/>
        </p:nvCxnSpPr>
        <p:spPr>
          <a:xfrm flipH="1" flipV="1">
            <a:off x="1253349" y="4527561"/>
            <a:ext cx="3432676" cy="170631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725CAF7-3D59-EEE2-299A-57DD1367BFFE}"/>
              </a:ext>
            </a:extLst>
          </p:cNvPr>
          <p:cNvCxnSpPr>
            <a:cxnSpLocks/>
            <a:endCxn id="22" idx="3"/>
          </p:cNvCxnSpPr>
          <p:nvPr/>
        </p:nvCxnSpPr>
        <p:spPr>
          <a:xfrm flipH="1" flipV="1">
            <a:off x="5347005" y="4204330"/>
            <a:ext cx="631008" cy="1607234"/>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46CF29F-7C12-3551-5FB7-3CE9E84CDFC8}"/>
              </a:ext>
            </a:extLst>
          </p:cNvPr>
          <p:cNvSpPr txBox="1"/>
          <p:nvPr/>
        </p:nvSpPr>
        <p:spPr>
          <a:xfrm>
            <a:off x="5347005" y="6042007"/>
            <a:ext cx="720069" cy="369332"/>
          </a:xfrm>
          <a:prstGeom prst="rect">
            <a:avLst/>
          </a:prstGeom>
          <a:noFill/>
        </p:spPr>
        <p:txBody>
          <a:bodyPr wrap="none" rtlCol="0">
            <a:spAutoFit/>
          </a:bodyPr>
          <a:lstStyle/>
          <a:p>
            <a:r>
              <a:rPr lang="en-US" dirty="0"/>
              <a:t>Fault</a:t>
            </a:r>
          </a:p>
        </p:txBody>
      </p:sp>
      <p:sp>
        <p:nvSpPr>
          <p:cNvPr id="81" name="TextBox 80">
            <a:extLst>
              <a:ext uri="{FF2B5EF4-FFF2-40B4-BE49-F238E27FC236}">
                <a16:creationId xmlns:a16="http://schemas.microsoft.com/office/drawing/2014/main" id="{D667FCA1-8D2E-AF69-84AC-13E24E4DDAB0}"/>
              </a:ext>
            </a:extLst>
          </p:cNvPr>
          <p:cNvSpPr txBox="1"/>
          <p:nvPr/>
        </p:nvSpPr>
        <p:spPr>
          <a:xfrm>
            <a:off x="8374812" y="5910708"/>
            <a:ext cx="3530075" cy="646331"/>
          </a:xfrm>
          <a:prstGeom prst="rect">
            <a:avLst/>
          </a:prstGeom>
          <a:noFill/>
        </p:spPr>
        <p:txBody>
          <a:bodyPr wrap="square" rtlCol="0">
            <a:spAutoFit/>
          </a:bodyPr>
          <a:lstStyle/>
          <a:p>
            <a:r>
              <a:rPr lang="en-US" b="1" dirty="0"/>
              <a:t>{</a:t>
            </a:r>
            <a:r>
              <a:rPr lang="en-US" b="1" dirty="0" err="1"/>
              <a:t>balansiranost</a:t>
            </a:r>
            <a:r>
              <a:rPr lang="en-US" b="1" dirty="0"/>
              <a:t>,</a:t>
            </a:r>
            <a:r>
              <a:rPr lang="sr-Latn-RS" b="1" dirty="0"/>
              <a:t> savijanje vratila</a:t>
            </a:r>
            <a:r>
              <a:rPr lang="en-US" b="1" dirty="0"/>
              <a:t>, </a:t>
            </a:r>
            <a:r>
              <a:rPr lang="en-US" b="1" dirty="0" err="1"/>
              <a:t>neuskla</a:t>
            </a:r>
            <a:r>
              <a:rPr lang="sr-Latn-RS" b="1" dirty="0"/>
              <a:t>đenost</a:t>
            </a:r>
            <a:r>
              <a:rPr lang="en-US" b="1" dirty="0"/>
              <a:t> </a:t>
            </a:r>
            <a:r>
              <a:rPr lang="en-US" b="1" dirty="0" err="1"/>
              <a:t>osa</a:t>
            </a:r>
            <a:r>
              <a:rPr lang="en-US" b="1" dirty="0"/>
              <a:t>, …}</a:t>
            </a:r>
          </a:p>
        </p:txBody>
      </p:sp>
      <p:sp>
        <p:nvSpPr>
          <p:cNvPr id="82" name="TextBox 81">
            <a:extLst>
              <a:ext uri="{FF2B5EF4-FFF2-40B4-BE49-F238E27FC236}">
                <a16:creationId xmlns:a16="http://schemas.microsoft.com/office/drawing/2014/main" id="{86C89B05-573E-2AC2-60BA-009DD6AFE54A}"/>
              </a:ext>
            </a:extLst>
          </p:cNvPr>
          <p:cNvSpPr txBox="1"/>
          <p:nvPr/>
        </p:nvSpPr>
        <p:spPr>
          <a:xfrm>
            <a:off x="9875529" y="3429000"/>
            <a:ext cx="2208315" cy="1754326"/>
          </a:xfrm>
          <a:prstGeom prst="rect">
            <a:avLst/>
          </a:prstGeom>
          <a:noFill/>
        </p:spPr>
        <p:txBody>
          <a:bodyPr wrap="square" rtlCol="0">
            <a:spAutoFit/>
          </a:bodyPr>
          <a:lstStyle/>
          <a:p>
            <a:r>
              <a:rPr lang="en-US" b="1" dirty="0"/>
              <a:t>-Visoka </a:t>
            </a:r>
            <a:r>
              <a:rPr lang="en-US" b="1" dirty="0" err="1"/>
              <a:t>dinamika</a:t>
            </a:r>
            <a:r>
              <a:rPr lang="en-US" b="1" dirty="0"/>
              <a:t>.</a:t>
            </a:r>
          </a:p>
          <a:p>
            <a:r>
              <a:rPr lang="en-US" b="1" dirty="0"/>
              <a:t>-Rad u </a:t>
            </a:r>
            <a:r>
              <a:rPr lang="en-US" b="1" dirty="0" err="1"/>
              <a:t>realnom</a:t>
            </a:r>
            <a:r>
              <a:rPr lang="en-US" b="1" dirty="0"/>
              <a:t> </a:t>
            </a:r>
            <a:r>
              <a:rPr lang="en-US" b="1" dirty="0" err="1"/>
              <a:t>vremenu</a:t>
            </a:r>
            <a:r>
              <a:rPr lang="en-US" b="1" dirty="0"/>
              <a:t>.</a:t>
            </a:r>
          </a:p>
          <a:p>
            <a:r>
              <a:rPr lang="en-US" b="1" dirty="0">
                <a:solidFill>
                  <a:srgbClr val="FF0000"/>
                </a:solidFill>
              </a:rPr>
              <a:t>- </a:t>
            </a:r>
            <a:r>
              <a:rPr lang="en-US" b="1" dirty="0" err="1">
                <a:solidFill>
                  <a:srgbClr val="FF0000"/>
                </a:solidFill>
              </a:rPr>
              <a:t>Klasifikacija</a:t>
            </a:r>
            <a:r>
              <a:rPr lang="en-US" b="1" dirty="0">
                <a:solidFill>
                  <a:srgbClr val="FF0000"/>
                </a:solidFill>
              </a:rPr>
              <a:t>?</a:t>
            </a:r>
          </a:p>
          <a:p>
            <a:r>
              <a:rPr lang="en-US" b="1" dirty="0">
                <a:solidFill>
                  <a:srgbClr val="FF0000"/>
                </a:solidFill>
              </a:rPr>
              <a:t>- </a:t>
            </a:r>
            <a:r>
              <a:rPr lang="en-US" b="1" dirty="0" err="1">
                <a:solidFill>
                  <a:srgbClr val="FF0000"/>
                </a:solidFill>
              </a:rPr>
              <a:t>Detekcija</a:t>
            </a:r>
            <a:r>
              <a:rPr lang="en-US" b="1" dirty="0">
                <a:solidFill>
                  <a:srgbClr val="FF0000"/>
                </a:solidFill>
              </a:rPr>
              <a:t>?</a:t>
            </a:r>
            <a:endParaRPr lang="sr-Latn-RS" b="1" dirty="0">
              <a:solidFill>
                <a:srgbClr val="FF0000"/>
              </a:solidFill>
            </a:endParaRPr>
          </a:p>
          <a:p>
            <a:r>
              <a:rPr lang="sr-Latn-RS" b="1" dirty="0">
                <a:solidFill>
                  <a:srgbClr val="FF0000"/>
                </a:solidFill>
              </a:rPr>
              <a:t>-</a:t>
            </a:r>
            <a:r>
              <a:rPr lang="en-US" b="1" dirty="0">
                <a:solidFill>
                  <a:srgbClr val="FF0000"/>
                </a:solidFill>
              </a:rPr>
              <a:t> </a:t>
            </a:r>
            <a:r>
              <a:rPr lang="sr-Latn-RS" b="1" dirty="0">
                <a:solidFill>
                  <a:srgbClr val="FF0000"/>
                </a:solidFill>
              </a:rPr>
              <a:t>Predikcija</a:t>
            </a:r>
            <a:r>
              <a:rPr lang="en-US" b="1" dirty="0">
                <a:solidFill>
                  <a:srgbClr val="FF0000"/>
                </a:solidFill>
              </a:rPr>
              <a:t>?</a:t>
            </a:r>
          </a:p>
        </p:txBody>
      </p:sp>
      <p:pic>
        <p:nvPicPr>
          <p:cNvPr id="3" name="Picture 2">
            <a:extLst>
              <a:ext uri="{FF2B5EF4-FFF2-40B4-BE49-F238E27FC236}">
                <a16:creationId xmlns:a16="http://schemas.microsoft.com/office/drawing/2014/main" id="{D04C0983-4B39-8D17-87CF-056F473030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65" y="5146264"/>
            <a:ext cx="2323623" cy="1711735"/>
          </a:xfrm>
          <a:prstGeom prst="rect">
            <a:avLst/>
          </a:prstGeom>
        </p:spPr>
      </p:pic>
    </p:spTree>
    <p:extLst>
      <p:ext uri="{BB962C8B-B14F-4D97-AF65-F5344CB8AC3E}">
        <p14:creationId xmlns:p14="http://schemas.microsoft.com/office/powerpoint/2010/main" val="2096406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8D6ED-66FD-EA42-FF44-23236A46BB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90F2C2-6992-B34C-A930-0DF583237681}"/>
              </a:ext>
            </a:extLst>
          </p:cNvPr>
          <p:cNvSpPr>
            <a:spLocks noGrp="1"/>
          </p:cNvSpPr>
          <p:nvPr>
            <p:ph type="title"/>
          </p:nvPr>
        </p:nvSpPr>
        <p:spPr>
          <a:xfrm>
            <a:off x="2592924" y="624110"/>
            <a:ext cx="8911687" cy="732742"/>
          </a:xfrm>
        </p:spPr>
        <p:txBody>
          <a:bodyPr/>
          <a:lstStyle/>
          <a:p>
            <a:r>
              <a:rPr lang="sr-Latn-RS" dirty="0"/>
              <a:t>Bajesove mreže u mrežnim sistemima</a:t>
            </a:r>
            <a:endParaRPr lang="en-US" dirty="0"/>
          </a:p>
        </p:txBody>
      </p:sp>
      <mc:AlternateContent xmlns:mc="http://schemas.openxmlformats.org/markup-compatibility/2006" xmlns:p14="http://schemas.microsoft.com/office/powerpoint/2010/main">
        <mc:Choice Requires="p14">
          <p:contentPart p14:bwMode="auto" r:id="rId2">
            <p14:nvContentPartPr>
              <p14:cNvPr id="11" name="Ink 10">
                <a:extLst>
                  <a:ext uri="{FF2B5EF4-FFF2-40B4-BE49-F238E27FC236}">
                    <a16:creationId xmlns:a16="http://schemas.microsoft.com/office/drawing/2014/main" id="{E0ADD5F5-501B-67F7-3760-81D34AED183F}"/>
                  </a:ext>
                </a:extLst>
              </p14:cNvPr>
              <p14:cNvContentPartPr/>
              <p14:nvPr/>
            </p14:nvContentPartPr>
            <p14:xfrm>
              <a:off x="3246955" y="1356852"/>
              <a:ext cx="5698090" cy="4125925"/>
            </p14:xfrm>
          </p:contentPart>
        </mc:Choice>
        <mc:Fallback xmlns="">
          <p:pic>
            <p:nvPicPr>
              <p:cNvPr id="11" name="Ink 10">
                <a:extLst>
                  <a:ext uri="{FF2B5EF4-FFF2-40B4-BE49-F238E27FC236}">
                    <a16:creationId xmlns:a16="http://schemas.microsoft.com/office/drawing/2014/main" id="{E0ADD5F5-501B-67F7-3760-81D34AED183F}"/>
                  </a:ext>
                </a:extLst>
              </p:cNvPr>
              <p:cNvPicPr/>
              <p:nvPr/>
            </p:nvPicPr>
            <p:blipFill>
              <a:blip r:embed="rId3"/>
              <a:stretch>
                <a:fillRect/>
              </a:stretch>
            </p:blipFill>
            <p:spPr>
              <a:xfrm>
                <a:off x="3237952" y="1347847"/>
                <a:ext cx="5715736" cy="4143574"/>
              </a:xfrm>
              <a:prstGeom prst="rect">
                <a:avLst/>
              </a:prstGeom>
            </p:spPr>
          </p:pic>
        </mc:Fallback>
      </mc:AlternateContent>
      <p:sp>
        <p:nvSpPr>
          <p:cNvPr id="12" name="TextBox 11">
            <a:extLst>
              <a:ext uri="{FF2B5EF4-FFF2-40B4-BE49-F238E27FC236}">
                <a16:creationId xmlns:a16="http://schemas.microsoft.com/office/drawing/2014/main" id="{78020F0D-E347-B3A5-7685-287D79D169B4}"/>
              </a:ext>
            </a:extLst>
          </p:cNvPr>
          <p:cNvSpPr txBox="1"/>
          <p:nvPr/>
        </p:nvSpPr>
        <p:spPr>
          <a:xfrm>
            <a:off x="1317128" y="4854817"/>
            <a:ext cx="5447466" cy="1477328"/>
          </a:xfrm>
          <a:prstGeom prst="rect">
            <a:avLst/>
          </a:prstGeom>
          <a:noFill/>
        </p:spPr>
        <p:txBody>
          <a:bodyPr wrap="square" rtlCol="0">
            <a:spAutoFit/>
          </a:bodyPr>
          <a:lstStyle/>
          <a:p>
            <a:r>
              <a:rPr lang="sr-Latn-RS" b="1" dirty="0">
                <a:solidFill>
                  <a:srgbClr val="FF0000"/>
                </a:solidFill>
              </a:rPr>
              <a:t>Za osnovni model je u redu.</a:t>
            </a:r>
          </a:p>
          <a:p>
            <a:r>
              <a:rPr lang="sr-Latn-RS" b="1" dirty="0">
                <a:solidFill>
                  <a:schemeClr val="tx1">
                    <a:lumMod val="95000"/>
                    <a:lumOff val="5000"/>
                  </a:schemeClr>
                </a:solidFill>
              </a:rPr>
              <a:t>Internet mreže su sistemi  visoke dinamike,</a:t>
            </a:r>
          </a:p>
          <a:p>
            <a:r>
              <a:rPr lang="sr-Latn-RS" b="1" dirty="0">
                <a:solidFill>
                  <a:schemeClr val="tx1">
                    <a:lumMod val="95000"/>
                    <a:lumOff val="5000"/>
                  </a:schemeClr>
                </a:solidFill>
              </a:rPr>
              <a:t>Pa klasične Bajesove mreže nisu najbolji izbor.</a:t>
            </a:r>
          </a:p>
          <a:p>
            <a:r>
              <a:rPr lang="sr-Latn-RS" b="1" dirty="0">
                <a:solidFill>
                  <a:schemeClr val="tx1">
                    <a:lumMod val="95000"/>
                    <a:lumOff val="5000"/>
                  </a:schemeClr>
                </a:solidFill>
              </a:rPr>
              <a:t>Bolja opcija su stohastički modeli koji se bolje nose sa dinamikom.</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DBDC777-752B-F997-5B94-4B4D66BFA653}"/>
                  </a:ext>
                </a:extLst>
              </p:cNvPr>
              <p:cNvSpPr txBox="1"/>
              <p:nvPr/>
            </p:nvSpPr>
            <p:spPr>
              <a:xfrm>
                <a:off x="9223061" y="4394723"/>
                <a:ext cx="116018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sr-Latn-RS" i="1" smtClean="0">
                              <a:latin typeface="Cambria Math" panose="02040503050406030204" pitchFamily="18" charset="0"/>
                            </a:rPr>
                          </m:ctrlPr>
                        </m:sSubPr>
                        <m:e>
                          <m:r>
                            <a:rPr lang="sr-Latn-RS" b="0" i="1" smtClean="0">
                              <a:latin typeface="Cambria Math" panose="02040503050406030204" pitchFamily="18" charset="0"/>
                            </a:rPr>
                            <m:t>𝑝</m:t>
                          </m:r>
                        </m:e>
                        <m:sub>
                          <m:r>
                            <a:rPr lang="sr-Latn-RS" b="0" i="1" smtClean="0">
                              <a:latin typeface="Cambria Math" panose="02040503050406030204" pitchFamily="18" charset="0"/>
                            </a:rPr>
                            <m:t>𝑖</m:t>
                          </m:r>
                        </m:sub>
                      </m:sSub>
                      <m:r>
                        <a:rPr lang="sr-Latn-RS" i="1" smtClean="0">
                          <a:latin typeface="Cambria Math" panose="02040503050406030204" pitchFamily="18" charset="0"/>
                        </a:rPr>
                        <m:t>=</m:t>
                      </m:r>
                      <m:r>
                        <a:rPr lang="sr-Latn-RS" b="0" i="1" smtClean="0">
                          <a:latin typeface="Cambria Math" panose="02040503050406030204" pitchFamily="18" charset="0"/>
                        </a:rPr>
                        <m:t>1−</m:t>
                      </m:r>
                      <m:sSub>
                        <m:sSubPr>
                          <m:ctrlPr>
                            <a:rPr lang="sr-Latn-RS" b="0" i="1" smtClean="0">
                              <a:latin typeface="Cambria Math" panose="02040503050406030204" pitchFamily="18" charset="0"/>
                            </a:rPr>
                          </m:ctrlPr>
                        </m:sSubPr>
                        <m:e>
                          <m:r>
                            <a:rPr lang="sr-Latn-RS" b="0" i="1" smtClean="0">
                              <a:latin typeface="Cambria Math" panose="02040503050406030204" pitchFamily="18" charset="0"/>
                            </a:rPr>
                            <m:t>𝑞</m:t>
                          </m:r>
                        </m:e>
                        <m:sub>
                          <m:r>
                            <a:rPr lang="sr-Latn-RS" b="0" i="1" smtClean="0">
                              <a:latin typeface="Cambria Math" panose="02040503050406030204" pitchFamily="18" charset="0"/>
                            </a:rPr>
                            <m:t>𝑖</m:t>
                          </m:r>
                        </m:sub>
                      </m:sSub>
                    </m:oMath>
                  </m:oMathPara>
                </a14:m>
                <a:endParaRPr lang="en-US" dirty="0"/>
              </a:p>
            </p:txBody>
          </p:sp>
        </mc:Choice>
        <mc:Fallback xmlns="">
          <p:sp>
            <p:nvSpPr>
              <p:cNvPr id="2" name="TextBox 1">
                <a:extLst>
                  <a:ext uri="{FF2B5EF4-FFF2-40B4-BE49-F238E27FC236}">
                    <a16:creationId xmlns:a16="http://schemas.microsoft.com/office/drawing/2014/main" id="{BDBDC777-752B-F997-5B94-4B4D66BFA653}"/>
                  </a:ext>
                </a:extLst>
              </p:cNvPr>
              <p:cNvSpPr txBox="1">
                <a:spLocks noRot="1" noChangeAspect="1" noMove="1" noResize="1" noEditPoints="1" noAdjustHandles="1" noChangeArrowheads="1" noChangeShapeType="1" noTextEdit="1"/>
              </p:cNvSpPr>
              <p:nvPr/>
            </p:nvSpPr>
            <p:spPr>
              <a:xfrm>
                <a:off x="9223061" y="4394723"/>
                <a:ext cx="1160189" cy="276999"/>
              </a:xfrm>
              <a:prstGeom prst="rect">
                <a:avLst/>
              </a:prstGeom>
              <a:blipFill>
                <a:blip r:embed="rId4"/>
                <a:stretch>
                  <a:fillRect l="-4211" b="-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D2283A4-6E83-0B0E-F483-EE21862BCE09}"/>
                  </a:ext>
                </a:extLst>
              </p:cNvPr>
              <p:cNvSpPr txBox="1"/>
              <p:nvPr/>
            </p:nvSpPr>
            <p:spPr>
              <a:xfrm>
                <a:off x="8945045" y="3728450"/>
                <a:ext cx="3401962" cy="6662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sr-Latn-RS" i="1" smtClean="0">
                              <a:latin typeface="Cambria Math" panose="02040503050406030204" pitchFamily="18" charset="0"/>
                            </a:rPr>
                          </m:ctrlPr>
                        </m:sSubPr>
                        <m:e>
                          <m:r>
                            <a:rPr lang="sr-Latn-RS" b="0" i="1" smtClean="0">
                              <a:latin typeface="Cambria Math" panose="02040503050406030204" pitchFamily="18" charset="0"/>
                            </a:rPr>
                            <m:t>𝑞</m:t>
                          </m:r>
                        </m:e>
                        <m:sub>
                          <m:r>
                            <a:rPr lang="sr-Latn-RS" b="0" i="1" smtClean="0">
                              <a:latin typeface="Cambria Math" panose="02040503050406030204" pitchFamily="18" charset="0"/>
                            </a:rPr>
                            <m:t>𝑖</m:t>
                          </m:r>
                        </m:sub>
                      </m:sSub>
                      <m:r>
                        <a:rPr lang="sr-Latn-RS" i="1" smtClean="0">
                          <a:latin typeface="Cambria Math" panose="02040503050406030204" pitchFamily="18" charset="0"/>
                        </a:rPr>
                        <m:t>=</m:t>
                      </m:r>
                      <m:f>
                        <m:fPr>
                          <m:ctrlPr>
                            <a:rPr lang="sr-Latn-RS" i="1" smtClean="0">
                              <a:latin typeface="Cambria Math" panose="02040503050406030204" pitchFamily="18" charset="0"/>
                            </a:rPr>
                          </m:ctrlPr>
                        </m:fPr>
                        <m:num>
                          <m:r>
                            <a:rPr lang="sr-Latn-RS" b="0" i="1" smtClean="0">
                              <a:latin typeface="Cambria Math" panose="02040503050406030204" pitchFamily="18" charset="0"/>
                            </a:rPr>
                            <m:t>𝑡𝑟𝑒𝑛𝑢𝑡𝑛𝑎</m:t>
                          </m:r>
                          <m:r>
                            <a:rPr lang="sr-Latn-RS" b="0" i="1" smtClean="0">
                              <a:latin typeface="Cambria Math" panose="02040503050406030204" pitchFamily="18" charset="0"/>
                            </a:rPr>
                            <m:t> </m:t>
                          </m:r>
                          <m:r>
                            <a:rPr lang="sr-Latn-RS" b="0" i="1" smtClean="0">
                              <a:latin typeface="Cambria Math" panose="02040503050406030204" pitchFamily="18" charset="0"/>
                            </a:rPr>
                            <m:t>𝑜𝑝𝑡𝑒𝑟𝑒</m:t>
                          </m:r>
                          <m:r>
                            <a:rPr lang="sr-Latn-RS" b="0" i="1" smtClean="0">
                              <a:latin typeface="Cambria Math" panose="02040503050406030204" pitchFamily="18" charset="0"/>
                            </a:rPr>
                            <m:t>ć</m:t>
                          </m:r>
                          <m:r>
                            <a:rPr lang="sr-Latn-RS" b="0" i="1" smtClean="0">
                              <a:latin typeface="Cambria Math" panose="02040503050406030204" pitchFamily="18" charset="0"/>
                            </a:rPr>
                            <m:t>𝑒𝑛𝑜𝑠𝑡</m:t>
                          </m:r>
                        </m:num>
                        <m:den>
                          <m:r>
                            <a:rPr lang="sr-Latn-RS" b="0" i="1" smtClean="0">
                              <a:latin typeface="Cambria Math" panose="02040503050406030204" pitchFamily="18" charset="0"/>
                            </a:rPr>
                            <m:t>𝑘𝑎𝑝𝑎𝑐𝑖𝑡𝑒𝑡</m:t>
                          </m:r>
                        </m:den>
                      </m:f>
                    </m:oMath>
                  </m:oMathPara>
                </a14:m>
                <a:endParaRPr lang="en-US" dirty="0"/>
              </a:p>
            </p:txBody>
          </p:sp>
        </mc:Choice>
        <mc:Fallback xmlns="">
          <p:sp>
            <p:nvSpPr>
              <p:cNvPr id="4" name="TextBox 3">
                <a:extLst>
                  <a:ext uri="{FF2B5EF4-FFF2-40B4-BE49-F238E27FC236}">
                    <a16:creationId xmlns:a16="http://schemas.microsoft.com/office/drawing/2014/main" id="{DD2283A4-6E83-0B0E-F483-EE21862BCE09}"/>
                  </a:ext>
                </a:extLst>
              </p:cNvPr>
              <p:cNvSpPr txBox="1">
                <a:spLocks noRot="1" noChangeAspect="1" noMove="1" noResize="1" noEditPoints="1" noAdjustHandles="1" noChangeArrowheads="1" noChangeShapeType="1" noTextEdit="1"/>
              </p:cNvSpPr>
              <p:nvPr/>
            </p:nvSpPr>
            <p:spPr>
              <a:xfrm>
                <a:off x="8945045" y="3728450"/>
                <a:ext cx="3401962" cy="666273"/>
              </a:xfrm>
              <a:prstGeom prst="rect">
                <a:avLst/>
              </a:prstGeom>
              <a:blipFill>
                <a:blip r:embed="rId5"/>
                <a:stretch>
                  <a:fillRect/>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E305F88-5C60-EEEE-918F-469517FFD192}"/>
              </a:ext>
            </a:extLst>
          </p:cNvPr>
          <p:cNvSpPr txBox="1"/>
          <p:nvPr/>
        </p:nvSpPr>
        <p:spPr>
          <a:xfrm>
            <a:off x="9223061" y="4854817"/>
            <a:ext cx="2792274" cy="646331"/>
          </a:xfrm>
          <a:prstGeom prst="rect">
            <a:avLst/>
          </a:prstGeom>
          <a:noFill/>
        </p:spPr>
        <p:txBody>
          <a:bodyPr wrap="square" rtlCol="0">
            <a:spAutoFit/>
          </a:bodyPr>
          <a:lstStyle/>
          <a:p>
            <a:r>
              <a:rPr lang="sr-Latn-RS" dirty="0"/>
              <a:t>- Optimizacija mrežne opterećenosti.</a:t>
            </a:r>
            <a:endParaRPr lang="en-US" dirty="0"/>
          </a:p>
        </p:txBody>
      </p:sp>
      <p:sp>
        <p:nvSpPr>
          <p:cNvPr id="7" name="TextBox 6">
            <a:extLst>
              <a:ext uri="{FF2B5EF4-FFF2-40B4-BE49-F238E27FC236}">
                <a16:creationId xmlns:a16="http://schemas.microsoft.com/office/drawing/2014/main" id="{817F6462-6C6C-0D48-8B0A-F997BEDCA502}"/>
              </a:ext>
            </a:extLst>
          </p:cNvPr>
          <p:cNvSpPr txBox="1"/>
          <p:nvPr/>
        </p:nvSpPr>
        <p:spPr>
          <a:xfrm>
            <a:off x="9223061" y="5604387"/>
            <a:ext cx="1782860" cy="369332"/>
          </a:xfrm>
          <a:prstGeom prst="rect">
            <a:avLst/>
          </a:prstGeom>
          <a:noFill/>
        </p:spPr>
        <p:txBody>
          <a:bodyPr wrap="none" rtlCol="0">
            <a:spAutoFit/>
          </a:bodyPr>
          <a:lstStyle/>
          <a:p>
            <a:r>
              <a:rPr lang="sr-Latn-RS" dirty="0"/>
              <a:t>- Biparitni graf.</a:t>
            </a:r>
            <a:endParaRPr lang="en-US" dirty="0"/>
          </a:p>
        </p:txBody>
      </p:sp>
    </p:spTree>
    <p:extLst>
      <p:ext uri="{BB962C8B-B14F-4D97-AF65-F5344CB8AC3E}">
        <p14:creationId xmlns:p14="http://schemas.microsoft.com/office/powerpoint/2010/main" val="2601820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AFF049-1030-84E6-C721-94D01D66744D}"/>
              </a:ext>
            </a:extLst>
          </p:cNvPr>
          <p:cNvSpPr txBox="1"/>
          <p:nvPr/>
        </p:nvSpPr>
        <p:spPr>
          <a:xfrm>
            <a:off x="4482417" y="3044279"/>
            <a:ext cx="3227165" cy="769441"/>
          </a:xfrm>
          <a:prstGeom prst="rect">
            <a:avLst/>
          </a:prstGeom>
          <a:noFill/>
        </p:spPr>
        <p:txBody>
          <a:bodyPr wrap="none" rtlCol="0">
            <a:spAutoFit/>
          </a:bodyPr>
          <a:lstStyle/>
          <a:p>
            <a:r>
              <a:rPr lang="sr-Latn-RS" sz="4400" dirty="0"/>
              <a:t>K		R		A		J</a:t>
            </a:r>
            <a:endParaRPr lang="en-US" sz="4400" dirty="0"/>
          </a:p>
        </p:txBody>
      </p:sp>
    </p:spTree>
    <p:extLst>
      <p:ext uri="{BB962C8B-B14F-4D97-AF65-F5344CB8AC3E}">
        <p14:creationId xmlns:p14="http://schemas.microsoft.com/office/powerpoint/2010/main" val="63840623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650</TotalTime>
  <Words>1038</Words>
  <Application>Microsoft Office PowerPoint</Application>
  <PresentationFormat>Widescreen</PresentationFormat>
  <Paragraphs>133</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 Math</vt:lpstr>
      <vt:lpstr>Century Gothic</vt:lpstr>
      <vt:lpstr>Wingdings</vt:lpstr>
      <vt:lpstr>Wingdings 3</vt:lpstr>
      <vt:lpstr>Wisp</vt:lpstr>
      <vt:lpstr>Naivni Bajes</vt:lpstr>
      <vt:lpstr>Statističko učenje</vt:lpstr>
      <vt:lpstr>Statističko učenje</vt:lpstr>
      <vt:lpstr>Statističko učenje</vt:lpstr>
      <vt:lpstr>Verovatnoća i statistika</vt:lpstr>
      <vt:lpstr>Bajesove mreže</vt:lpstr>
      <vt:lpstr>Bajesove mreže</vt:lpstr>
      <vt:lpstr>Naivni Bajes</vt:lpstr>
      <vt:lpstr>Naivni Bajes</vt:lpstr>
      <vt:lpstr>Naivni Bajes - klasifikator</vt:lpstr>
      <vt:lpstr>Prednosti i mane</vt:lpstr>
      <vt:lpstr>Naivni Bajesov klasifikator - primer</vt:lpstr>
      <vt:lpstr>PowerPoint Presentation</vt:lpstr>
      <vt:lpstr>Bajesove mreže u mrežnim sistemima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Rastko Lazarevic</dc:creator>
  <cp:lastModifiedBy>Rastko Lazarevic</cp:lastModifiedBy>
  <cp:revision>8</cp:revision>
  <dcterms:created xsi:type="dcterms:W3CDTF">2025-07-30T20:59:18Z</dcterms:created>
  <dcterms:modified xsi:type="dcterms:W3CDTF">2025-08-09T12:54:32Z</dcterms:modified>
</cp:coreProperties>
</file>